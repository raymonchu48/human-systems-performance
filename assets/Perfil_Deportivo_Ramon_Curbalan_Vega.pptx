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212b2adc4c4798" /><Relationship Type="http://schemas.openxmlformats.org/officeDocument/2006/relationships/extended-properties" Target="/docProps/app.xml" Id="R66f8cebce0d146d0" /><Relationship Type="http://schemas.openxmlformats.org/officeDocument/2006/relationships/officeDocument" Target="/ppt/presentation.xml" Id="R7d31a93cbae544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4d0ce42a40471a"/>
  </p:sldMasterIdLst>
  <p:notesMasterIdLst>
    <p:notesMasterId xmlns:r="http://schemas.openxmlformats.org/officeDocument/2006/relationships" r:id="R6d00e674e7a44685"/>
  </p:notesMasterIdLst>
  <p:sldIdLst>
    <p:sldId xmlns:r="http://schemas.openxmlformats.org/officeDocument/2006/relationships" id="256" r:id="Ra85846e1c0c64fc8"/>
    <p:sldId xmlns:r="http://schemas.openxmlformats.org/officeDocument/2006/relationships" id="257" r:id="R5b96c8ff80514fef"/>
    <p:sldId xmlns:r="http://schemas.openxmlformats.org/officeDocument/2006/relationships" id="258" r:id="Ra8e43ae7c07d4415"/>
    <p:sldId xmlns:r="http://schemas.openxmlformats.org/officeDocument/2006/relationships" id="259" r:id="Ra2a934ddda9a4415"/>
    <p:sldId xmlns:r="http://schemas.openxmlformats.org/officeDocument/2006/relationships" id="260" r:id="R12b15cc0243f43c4"/>
    <p:sldId xmlns:r="http://schemas.openxmlformats.org/officeDocument/2006/relationships" id="261" r:id="R84eaf7a9abea44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ad4c28466d406b" /><Relationship Type="http://schemas.openxmlformats.org/officeDocument/2006/relationships/slideMaster" Target="/ppt/slideMasters/slideMaster1.xml" Id="R814d0ce42a40471a" /><Relationship Type="http://schemas.openxmlformats.org/officeDocument/2006/relationships/notesMaster" Target="/ppt/notesMasters/notesMaster1.xml" Id="R6d00e674e7a44685" /><Relationship Type="http://schemas.openxmlformats.org/officeDocument/2006/relationships/presProps" Target="/ppt/presProps.xml" Id="Rcf426eea0ea34491" /><Relationship Type="http://schemas.openxmlformats.org/officeDocument/2006/relationships/tableStyles" Target="/ppt/tableStyles.xml" Id="R5cd2327c7b344705" /><Relationship Type="http://schemas.openxmlformats.org/officeDocument/2006/relationships/slide" Target="/ppt/slides/slide1.xml" Id="Ra85846e1c0c64fc8" /><Relationship Type="http://schemas.openxmlformats.org/officeDocument/2006/relationships/slide" Target="/ppt/slides/slide2.xml" Id="R5b96c8ff80514fef" /><Relationship Type="http://schemas.openxmlformats.org/officeDocument/2006/relationships/slide" Target="/ppt/slides/slide3.xml" Id="Ra8e43ae7c07d4415" /><Relationship Type="http://schemas.openxmlformats.org/officeDocument/2006/relationships/slide" Target="/ppt/slides/slide4.xml" Id="Ra2a934ddda9a4415" /><Relationship Type="http://schemas.openxmlformats.org/officeDocument/2006/relationships/slide" Target="/ppt/slides/slide5.xml" Id="R12b15cc0243f43c4" /><Relationship Type="http://schemas.openxmlformats.org/officeDocument/2006/relationships/slide" Target="/ppt/slides/slide6.xml" Id="R84eaf7a9abea44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c7313c066840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42521d0f5a4448" /><Relationship Type="http://schemas.openxmlformats.org/officeDocument/2006/relationships/notesMaster" Target="/ppt/notesMasters/notesMaster1.xml" Id="R7f0a701905644b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a261184c654aae" /><Relationship Type="http://schemas.openxmlformats.org/officeDocument/2006/relationships/notesMaster" Target="/ppt/notesMasters/notesMaster1.xml" Id="Rd696143931504b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d2b04cc4a1491e" /><Relationship Type="http://schemas.openxmlformats.org/officeDocument/2006/relationships/notesMaster" Target="/ppt/notesMasters/notesMaster1.xml" Id="Rf309dbe53c424b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bbaf80cec664c05" /><Relationship Type="http://schemas.openxmlformats.org/officeDocument/2006/relationships/notesMaster" Target="/ppt/notesMasters/notesMaster1.xml" Id="R9d6bb617cbc643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c401728bb65458b" /><Relationship Type="http://schemas.openxmlformats.org/officeDocument/2006/relationships/notesMaster" Target="/ppt/notesMasters/notesMaster1.xml" Id="R4d439a16343049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d5675b745ab4811" /><Relationship Type="http://schemas.openxmlformats.org/officeDocument/2006/relationships/notesMaster" Target="/ppt/notesMasters/notesMaster1.xml" Id="R75ebf64952db4e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Fotografía extraída del PDF original aportado por el usuario. Paleta verde inspirada en la referencia «Explorar Deporte». Fuente de contenido: Carta_presentacion_deportiva_profesional_v2.pdf.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Carta_presentacion_deportiva_profesional_v2.pdf, aportado por el usuario. Se conserva el alcance de la experiencia y formación descritas, sin añadir titulaciones ni resultados cuantificados.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Carta_presentacion_deportiva_profesional_v2.pdf, aportado por el usuario. Se conserva el alcance de la experiencia y formación descritas, sin añadir titulaciones ni resultados cuantificados.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Carta_presentacion_deportiva_profesional_v2.pdf, aportado por el usuario. Se conserva el alcance de la experiencia y formación descritas, sin añadir titulaciones ni resultados cuantificados.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Carta_presentacion_deportiva_profesional_v2.pdf, aportado por el usuario. Se conserva el alcance de la experiencia y formación descritas, sin añadir titulaciones ni resultados cuantificados.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Carta_presentacion_deportiva_profesional_v2.pdf, aportado por el usuario. Se conserva el alcance de la experiencia y formación descritas, sin añadir titulaciones ni resultados cuantificados.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0894b3596f4b3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0342c4c4f6409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048de19e4a4e2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807d667c5643a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8e42a85db54b2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e4f557477048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1B86D34-8D40-4463-8D40-610DF94414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AC10FC5-DB05-4855-A923-4398753A6CC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26C75A7-9801-4825-9704-3FF4935414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329C540-3001-40E1-9B3C-4C6789322A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644B6D9-D75F-41BA-9E1D-D5F94040F0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2E0EA3C-E58C-4F4D-AC7A-DCCC21E4D8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756614C-2F6D-4D79-B0F0-D195A9D5C9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4FE53AA-DAEC-4CDC-A0F0-27C48637FA2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643FF3B-FDF3-48E9-92C5-140BB61567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3C3955A-2E5C-41F1-B94C-726ABADF46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c443628f91405c" /><Relationship Type="http://schemas.openxmlformats.org/officeDocument/2006/relationships/slideLayout" Target="/ppt/slideLayouts/slideLayout1.xml" Id="R01ceaf80f9a14813" /><Relationship Type="http://schemas.openxmlformats.org/officeDocument/2006/relationships/slideLayout" Target="/ppt/slideLayouts/slideLayout2.xml" Id="Ra589b7c0e4744cff" /><Relationship Type="http://schemas.openxmlformats.org/officeDocument/2006/relationships/slideLayout" Target="/ppt/slideLayouts/slideLayout3.xml" Id="Rf512e64f02c04442" /><Relationship Type="http://schemas.openxmlformats.org/officeDocument/2006/relationships/slideLayout" Target="/ppt/slideLayouts/slideLayout4.xml" Id="Rcf0b08e4f5c044d7" /><Relationship Type="http://schemas.openxmlformats.org/officeDocument/2006/relationships/slideLayout" Target="/ppt/slideLayouts/slideLayout5.xml" Id="R39391187494646c2" /><Relationship Type="http://schemas.openxmlformats.org/officeDocument/2006/relationships/slideLayout" Target="/ppt/slideLayouts/slideLayout6.xml" Id="R6a2e0284bf9949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ceaf80f9a14813"/>
    <p:sldLayoutId xmlns:r="http://schemas.openxmlformats.org/officeDocument/2006/relationships" id="2147483650" r:id="Ra589b7c0e4744cff"/>
    <p:sldLayoutId xmlns:r="http://schemas.openxmlformats.org/officeDocument/2006/relationships" id="2147483651" r:id="Rf512e64f02c04442"/>
    <p:sldLayoutId xmlns:r="http://schemas.openxmlformats.org/officeDocument/2006/relationships" id="2147483652" r:id="Rcf0b08e4f5c044d7"/>
    <p:sldLayoutId xmlns:r="http://schemas.openxmlformats.org/officeDocument/2006/relationships" id="2147483653" r:id="R39391187494646c2"/>
    <p:sldLayoutId xmlns:r="http://schemas.openxmlformats.org/officeDocument/2006/relationships" id="2147483654" r:id="R6a2e0284bf9949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677f13c1f648d2" /><Relationship Type="http://schemas.openxmlformats.org/officeDocument/2006/relationships/image" Target="/ppt/media/image.png" Id="R4c4a546e2f634d42" /><Relationship Type="http://schemas.openxmlformats.org/officeDocument/2006/relationships/notesSlide" Target="/ppt/notesSlides/notesSlide1.xml" Id="Rdbc8a56a58764f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ab0cb440474fcf" /><Relationship Type="http://schemas.openxmlformats.org/officeDocument/2006/relationships/notesSlide" Target="/ppt/notesSlides/notesSlide2.xml" Id="R6941d2146ea946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21db3283304dcd" /><Relationship Type="http://schemas.openxmlformats.org/officeDocument/2006/relationships/notesSlide" Target="/ppt/notesSlides/notesSlide3.xml" Id="Ree504dd0479449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4e48b7377a430a" /><Relationship Type="http://schemas.openxmlformats.org/officeDocument/2006/relationships/notesSlide" Target="/ppt/notesSlides/notesSlide4.xml" Id="Ra7a82de7ee7241b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3dc730d52249f0" /><Relationship Type="http://schemas.openxmlformats.org/officeDocument/2006/relationships/notesSlide" Target="/ppt/notesSlides/notesSlide5.xml" Id="R88f5af0b7c734b2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a01c033e9942b4" /><Relationship Type="http://schemas.openxmlformats.org/officeDocument/2006/relationships/notesSlide" Target="/ppt/notesSlides/notesSlide6.xml" Id="Rf809207b419b4b3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4D6A5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431AF6-553D-4434-8291-B269E4E0C8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4a546e2f634d42"/>
          <a:stretch xmlns:a="http://schemas.openxmlformats.org/drawingml/2006/main"/>
        </p:blipFill>
        <p:spPr>
          <a:xfrm xmlns:a="http://schemas.openxmlformats.org/drawingml/2006/main">
            <a:off x="6810375" y="571500"/>
            <a:ext cx="4572000" cy="5715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39F0D1-9959-4207-884D-83175B00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PERFIL DEPORTIVO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CDBB97-681F-4C04-AF0C-BDEEC4E9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5810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Ramón Alberto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Curbalán Vega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E502FD-CFE2-4FB9-9816-E10EACEE1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5715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Entrenamiento, salud</a:t>
            </a:r>
          </a:p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y rendimiento físico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4262D0-10A3-4881-9022-BB0671C8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571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Más de cinco años</a:t>
            </a:r>
          </a:p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 experiencia en el sector</a:t>
            </a:r>
          </a:p>
        </p:txBody>
      </p:sp>
    </p:spTree>
    <p:extLst>
      <p:ext uri="{BB962C8B-B14F-4D97-AF65-F5344CB8AC3E}">
        <p14:creationId xmlns:p14="http://schemas.microsoft.com/office/powerpoint/2010/main" val="20339156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0F3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B314AE-E6CD-43D6-82DE-2C62A199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13C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13C3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3C31"/>
                </a:solidFill>
                <a:latin typeface="Arial"/>
                <a:ea typeface="Arial"/>
                <a:cs typeface="Arial"/>
              </a:rPr>
              <a:t>Perfil profesional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3453CA-A7E4-4AD0-80D8-66DFA5D0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564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564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45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FDA917-1684-4820-B3FC-34BA032CB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4D6A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4D6A5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4D6A58"/>
                </a:solidFill>
                <a:latin typeface="Arial"/>
                <a:ea typeface="Arial"/>
                <a:cs typeface="Arial"/>
              </a:rPr>
              <a:t>Una visión integral del deporte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33DD9A-D27F-4B71-9475-3CED464D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1000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13C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13C3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13C31"/>
                </a:solidFill>
                <a:latin typeface="Arial"/>
                <a:ea typeface="Arial"/>
                <a:cs typeface="Arial"/>
              </a:rPr>
              <a:t>Cuento con más de cinco años de experiencia en acondicionamiento físico, actividades dirigidas, entrenamiento personal y socorrismo.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B3D251-A0D8-4E1D-ACCC-748E2F48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001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5564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5645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5645B"/>
                </a:solidFill>
                <a:latin typeface="Arial"/>
                <a:ea typeface="Arial"/>
                <a:cs typeface="Arial"/>
              </a:rPr>
              <a:t>Mi perfil combina entrenamiento y seguridad con conocimientos de nutrición, psicología aplicada al deporte y gestión de instalaciones deportivas.</a:t>
            </a:r>
          </a:p>
        </p:txBody>
      </p:sp>
    </p:spTree>
    <p:extLst>
      <p:ext uri="{BB962C8B-B14F-4D97-AF65-F5344CB8AC3E}">
        <p14:creationId xmlns:p14="http://schemas.microsoft.com/office/powerpoint/2010/main" val="17156976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0F3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096468-12DF-4E1C-9ECE-5099A867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13C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13C3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3C31"/>
                </a:solidFill>
                <a:latin typeface="Arial"/>
                <a:ea typeface="Arial"/>
                <a:cs typeface="Arial"/>
              </a:rPr>
              <a:t>Experiencia en actividades dirigidas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05BC6D-DC9C-4205-8293-C8E1D4F3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564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564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45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4367FD-C232-4E79-8B63-FD5DC7D9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4D6A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4D6A5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4D6A58"/>
                </a:solidFill>
                <a:latin typeface="Arial"/>
                <a:ea typeface="Arial"/>
                <a:cs typeface="Arial"/>
              </a:rPr>
              <a:t>Planificación y dirección de sesiones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293F79-680E-42A9-9B68-546E9FCD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4D6A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4D6A5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D6A58"/>
                </a:solidFill>
                <a:latin typeface="Arial"/>
                <a:ea typeface="Arial"/>
                <a:cs typeface="Arial"/>
              </a:rPr>
              <a:t>Cuerpo y movimiento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D71EAC-E20D-4301-B07A-8729594A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09875"/>
            <a:ext cx="581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13C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13C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13C31"/>
                </a:solidFill>
                <a:latin typeface="Arial"/>
                <a:ea typeface="Arial"/>
                <a:cs typeface="Arial"/>
              </a:rPr>
              <a:t>Pilates, yoga y tai chi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C9C3EA-38B2-4B37-B9E1-4A06C250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4D6A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4D6A5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D6A58"/>
                </a:solidFill>
                <a:latin typeface="Arial"/>
                <a:ea typeface="Arial"/>
                <a:cs typeface="Arial"/>
              </a:rPr>
              <a:t>Acondicionamiento físico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261F24-19E6-4773-90D0-80CCFFD8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14750"/>
            <a:ext cx="581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13C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13C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13C31"/>
                </a:solidFill>
                <a:latin typeface="Arial"/>
                <a:ea typeface="Arial"/>
                <a:cs typeface="Arial"/>
              </a:rPr>
              <a:t>Entrenamiento funcional y ciclismo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FF0FF1-43D1-4F8D-B8E1-521EDE1E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4D6A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4D6A5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D6A58"/>
                </a:solidFill>
                <a:latin typeface="Arial"/>
                <a:ea typeface="Arial"/>
                <a:cs typeface="Arial"/>
              </a:rPr>
              <a:t>Medio acuático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096A66-027E-476B-85DD-23B28292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19625"/>
            <a:ext cx="581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13C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13C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13C31"/>
                </a:solidFill>
                <a:latin typeface="Arial"/>
                <a:ea typeface="Arial"/>
                <a:cs typeface="Arial"/>
              </a:rPr>
              <a:t>Actividades acuáticas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80390F-9871-4665-9836-0AC8A1D5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435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564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5645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5645B"/>
                </a:solidFill>
                <a:latin typeface="Arial"/>
                <a:ea typeface="Arial"/>
                <a:cs typeface="Arial"/>
              </a:rPr>
              <a:t>Sesiones para usuarios de distintas edades y niveles</a:t>
            </a:r>
          </a:p>
        </p:txBody>
      </p:sp>
    </p:spTree>
    <p:extLst>
      <p:ext uri="{BB962C8B-B14F-4D97-AF65-F5344CB8AC3E}">
        <p14:creationId xmlns:p14="http://schemas.microsoft.com/office/powerpoint/2010/main" val="8479724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0F3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1228C6-273E-4B61-88CF-5F289AE6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13C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13C3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3C31"/>
                </a:solidFill>
                <a:latin typeface="Arial"/>
                <a:ea typeface="Arial"/>
                <a:cs typeface="Arial"/>
              </a:rPr>
              <a:t>Enfoque de trabajo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E84F37-3A6D-471E-AF97-1EF40D13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564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564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45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840C1C-E2D8-43D9-BCFB-96F98CF15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714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4D6A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4D6A5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D6A58"/>
                </a:solidFill>
                <a:latin typeface="Arial"/>
                <a:ea typeface="Arial"/>
                <a:cs typeface="Arial"/>
              </a:rPr>
              <a:t>Seguridad y prevención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5E6568-27A1-49C1-97EB-D4A11EBA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09750"/>
            <a:ext cx="6429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13C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13C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13C31"/>
                </a:solidFill>
                <a:latin typeface="Arial"/>
                <a:ea typeface="Arial"/>
                <a:cs typeface="Arial"/>
              </a:rPr>
              <a:t>Intervenciones seguras y atención al contexto del usuario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3423F5-ED76-4E00-BA18-90B84EEA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3714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4D6A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4D6A5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D6A58"/>
                </a:solidFill>
                <a:latin typeface="Arial"/>
                <a:ea typeface="Arial"/>
                <a:cs typeface="Arial"/>
              </a:rPr>
              <a:t>Adaptación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3DA360-C05E-4419-95BF-72D58055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00350"/>
            <a:ext cx="6429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13C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13C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13C31"/>
                </a:solidFill>
                <a:latin typeface="Arial"/>
                <a:ea typeface="Arial"/>
                <a:cs typeface="Arial"/>
              </a:rPr>
              <a:t>Actividades inclusivas ajustadas a cada persona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49211B-C72B-4C6E-9E86-DEC57EFF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3714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4D6A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4D6A5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D6A58"/>
                </a:solidFill>
                <a:latin typeface="Arial"/>
                <a:ea typeface="Arial"/>
                <a:cs typeface="Arial"/>
              </a:rPr>
              <a:t>Motivación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3C6ADD-3C6D-45C5-B397-B2659DAD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90950"/>
            <a:ext cx="6429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13C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13C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13C31"/>
                </a:solidFill>
                <a:latin typeface="Arial"/>
                <a:ea typeface="Arial"/>
                <a:cs typeface="Arial"/>
              </a:rPr>
              <a:t>Comunicación clara y acompañamiento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1CC231-41A8-4A01-A970-E9807AE8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3714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4D6A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4D6A5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D6A58"/>
                </a:solidFill>
                <a:latin typeface="Arial"/>
                <a:ea typeface="Arial"/>
                <a:cs typeface="Arial"/>
              </a:rPr>
              <a:t>Seguimiento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EFDEF3-8047-4F23-BC21-D3041D4B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81550"/>
            <a:ext cx="6429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13C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13C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13C31"/>
                </a:solidFill>
                <a:latin typeface="Arial"/>
                <a:ea typeface="Arial"/>
                <a:cs typeface="Arial"/>
              </a:rPr>
              <a:t>Atención a la evolución y a la calidad del servicio</a:t>
            </a:r>
          </a:p>
        </p:txBody>
      </p:sp>
    </p:spTree>
    <p:extLst>
      <p:ext uri="{BB962C8B-B14F-4D97-AF65-F5344CB8AC3E}">
        <p14:creationId xmlns:p14="http://schemas.microsoft.com/office/powerpoint/2010/main" val="14814597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0F3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376C75-BDB3-4F65-ABEC-4226165B8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13C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13C3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3C31"/>
                </a:solidFill>
                <a:latin typeface="Arial"/>
                <a:ea typeface="Arial"/>
                <a:cs typeface="Arial"/>
              </a:rPr>
              <a:t>Formación y competencias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83D403-826F-49BC-84A8-B5E56EAC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564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564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45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AC2E11-155A-4005-A324-403113DE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022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4D6A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D6A5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D6A58"/>
                </a:solidFill>
                <a:latin typeface="Arial"/>
                <a:ea typeface="Arial"/>
                <a:cs typeface="Arial"/>
              </a:rPr>
              <a:t>Entrenamiento y actividad física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1D99A8-E03E-46AE-ABA0-B7C20CCB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1038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13C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13C3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13C31"/>
                </a:solidFill>
                <a:latin typeface="Arial"/>
                <a:ea typeface="Arial"/>
                <a:cs typeface="Arial"/>
              </a:rPr>
              <a:t>Entrenamiento funcional</a:t>
            </a:r>
          </a:p>
          <a:p xmlns:a="http://schemas.openxmlformats.org/drawingml/2006/main">
            <a:pPr>
              <a:defRPr sz="2175" b="0">
                <a:solidFill>
                  <a:srgbClr val="213C3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13C31"/>
                </a:solidFill>
                <a:latin typeface="Arial"/>
                <a:ea typeface="Arial"/>
                <a:cs typeface="Arial"/>
              </a:rPr>
              <a:t>Actividad física adaptada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7C6544-B70D-40E5-8F9E-FF64000F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3382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4D6A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D6A5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D6A58"/>
                </a:solidFill>
                <a:latin typeface="Arial"/>
                <a:ea typeface="Arial"/>
                <a:cs typeface="Arial"/>
              </a:rPr>
              <a:t>Seguridad, bienestar y gestión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F4202D-850F-4971-9AEE-2CFB9B4B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1038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13C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13C3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13C31"/>
                </a:solidFill>
                <a:latin typeface="Arial"/>
                <a:ea typeface="Arial"/>
                <a:cs typeface="Arial"/>
              </a:rPr>
              <a:t>Primeros auxilios y socorrismo</a:t>
            </a:r>
          </a:p>
          <a:p xmlns:a="http://schemas.openxmlformats.org/drawingml/2006/main">
            <a:pPr>
              <a:defRPr sz="2175" b="0">
                <a:solidFill>
                  <a:srgbClr val="213C3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13C31"/>
                </a:solidFill>
                <a:latin typeface="Arial"/>
                <a:ea typeface="Arial"/>
                <a:cs typeface="Arial"/>
              </a:rPr>
              <a:t>Nutrición y dietética</a:t>
            </a:r>
          </a:p>
          <a:p xmlns:a="http://schemas.openxmlformats.org/drawingml/2006/main">
            <a:pPr>
              <a:defRPr sz="2175" b="0">
                <a:solidFill>
                  <a:srgbClr val="213C3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13C31"/>
                </a:solidFill>
                <a:latin typeface="Arial"/>
                <a:ea typeface="Arial"/>
                <a:cs typeface="Arial"/>
              </a:rPr>
              <a:t>Psicología deportiva y gestión deportiva</a:t>
            </a:r>
          </a:p>
        </p:txBody>
      </p:sp>
    </p:spTree>
    <p:extLst>
      <p:ext uri="{BB962C8B-B14F-4D97-AF65-F5344CB8AC3E}">
        <p14:creationId xmlns:p14="http://schemas.microsoft.com/office/powerpoint/2010/main" val="4199656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0F3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214B67-16FC-4E51-9596-68EAC9037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13C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13C3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3C31"/>
                </a:solidFill>
                <a:latin typeface="Arial"/>
                <a:ea typeface="Arial"/>
                <a:cs typeface="Arial"/>
              </a:rPr>
              <a:t>Objetivo profesional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E65A5B-DCD0-4247-9A78-EF0600557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564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564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45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FEB0A8-3D0D-4463-B356-FB7C4F82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382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4D6A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4D6A5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4D6A58"/>
                </a:solidFill>
                <a:latin typeface="Arial"/>
                <a:ea typeface="Arial"/>
                <a:cs typeface="Arial"/>
              </a:rPr>
              <a:t>Programas deportivos eficaces</a:t>
            </a:r>
          </a:p>
          <a:p xmlns:a="http://schemas.openxmlformats.org/drawingml/2006/main">
            <a:pPr>
              <a:defRPr sz="3150" b="1">
                <a:solidFill>
                  <a:srgbClr val="4D6A5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4D6A58"/>
                </a:solidFill>
                <a:latin typeface="Arial"/>
                <a:ea typeface="Arial"/>
                <a:cs typeface="Arial"/>
              </a:rPr>
              <a:t>e inclusivos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743FD5-50B7-47E6-8B73-920686C7F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33775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13C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13C3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13C31"/>
                </a:solidFill>
                <a:latin typeface="Arial"/>
                <a:ea typeface="Arial"/>
                <a:cs typeface="Arial"/>
              </a:rPr>
              <a:t>Quiero contribuir al desarrollo de programas sostenibles, aportando conocimientos técnicos y vocación de servicio.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27B59D-2004-4767-AD56-23137754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3975"/>
            <a:ext cx="1000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5564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55645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5645B"/>
                </a:solidFill>
                <a:latin typeface="Arial"/>
                <a:ea typeface="Arial"/>
                <a:cs typeface="Arial"/>
              </a:rPr>
              <a:t>Mi orientación profesional se centra en la salud, el bienestar y la mejora del rendimiento físico.</a:t>
            </a:r>
          </a:p>
        </p:txBody>
      </p:sp>
    </p:spTree>
    <p:extLst>
      <p:ext uri="{BB962C8B-B14F-4D97-AF65-F5344CB8AC3E}">
        <p14:creationId xmlns:p14="http://schemas.microsoft.com/office/powerpoint/2010/main" val="19108649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2026-10-11T11:02:42.1270000Z</dcterms:created>
  <dcterms:modified xsi:type="dcterms:W3CDTF">2026-10-11T11:02:42.1270000Z</dcterms:modified>
</coreProperties>
</file>