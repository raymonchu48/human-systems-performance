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PERFIL PROFESIONAL INTEGRAL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D5AD4D"/>
                </a:solidFill>
                <a:latin typeface="Aptos"/>
              </a:defRPr>
            </a:pPr>
            <a:r>
              <a:t>Dirección operativa · Tecnología aplicada · Rendimiento humano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660904"/>
            <a:ext cx="10241280" cy="31546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300" b="0">
                <a:solidFill>
                  <a:srgbClr val="F0F6F8"/>
                </a:solidFill>
                <a:latin typeface="Aptos"/>
              </a:defRPr>
            </a:pPr>
            <a:r>
              <a:t>Un perfil multidisciplinar que conecta dirección operativa, tecnología aplicada y rendimiento humano.</a:t>
            </a:r>
          </a:p>
          <a:p>
            <a:pPr>
              <a:defRPr sz="2300" b="0">
                <a:solidFill>
                  <a:srgbClr val="F0F6F8"/>
                </a:solidFill>
                <a:latin typeface="Aptos"/>
              </a:defRPr>
            </a:pPr>
          </a:p>
          <a:p>
            <a:pPr>
              <a:defRPr sz="2300" b="0">
                <a:solidFill>
                  <a:srgbClr val="F0F6F8"/>
                </a:solidFill>
                <a:latin typeface="Aptos"/>
              </a:defRPr>
            </a:pPr>
            <a:r>
              <a:t>23+ años de experiencia profesional · Mallorca, España</a:t>
            </a:r>
          </a:p>
          <a:p>
            <a:pPr>
              <a:defRPr sz="2300" b="0">
                <a:solidFill>
                  <a:srgbClr val="F0F6F8"/>
                </a:solidFill>
                <a:latin typeface="Aptos"/>
              </a:defRPr>
            </a:pPr>
          </a:p>
          <a:p>
            <a:pPr>
              <a:defRPr sz="2300" b="0">
                <a:solidFill>
                  <a:srgbClr val="F0F6F8"/>
                </a:solidFill>
                <a:latin typeface="Aptos"/>
              </a:defRPr>
            </a:pPr>
            <a:r>
              <a:t>HOSTELERÍA  |  TECNOLOGÍA  |  DEPORTE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D5AD4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D5AD4D"/>
                </a:solidFill>
                <a:latin typeface="Aptos"/>
              </a:defRPr>
            </a:pPr>
            <a:r>
              <a:t>Personas, procesos, datos y ejecución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Visión global del perfil y posicionamiento profesional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Ramón Alberto Curbalán Vega reúne tres especialidades profesionales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complementarias: dirección de operaciones de hostelería y F&amp;B, tecnología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sistemas aplicados, y deporte/nutrición/rendimiento. Su perfil se caracteriza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por integrar personas, procesos, datos y ejecución para convertir objetivos en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resultados medibles.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DEPORTE &amp;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HOSTELERÍA &amp;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TECNOLOGÍA &amp;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OPERACIONES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RENDIMIENTO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SISTEMAS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23+ años de trayectoria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Entrenamiento personal,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Formación y proyectos en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actividades dirigidas, nutrición,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profesional con experiencia en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sistemas, redes, seguridad,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bases de datos, Big Data, IA,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entornos 5★ y 5★ GL. F&amp;B,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natación, bienestar y diseño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D5AD4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HOSTELERÍA, F&amp;B Y EVENTOS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D5AD4D"/>
                </a:solidFill>
                <a:latin typeface="Aptos"/>
              </a:defRPr>
            </a:pPr>
            <a:r>
              <a:t>Dirección operativa · Servicio premium ·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HOSTELERÍA, F&amp;B Y EVENTOS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Dirección operativa, banquetes, restauración y experiencia de cliente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Especialidad principal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Trayectoria consolidada en hostelería de alto nivel, especialmente en F&amp;B, banquetes y eventos. El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foco profesional está en construir operaciones fiables: planificación precisa, equipos dimensionados a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la demanda, servicio consistente, control económico y coordinación entre cocina, recepción, eventos,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compras y operaciones.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Responsabilidades y capacidades clave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Compras, inventarios, menaje y logística.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Diseño, lectura y ejecución de BEO.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Layouts, montajes, cronogramas y flujos.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Supervisión de servicio y estándares 5★ / 5★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Atención al cliente y resolución de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Coordinación cocina - sala - eventos -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incidencias.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recepción.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Cierres, consumos, productividad y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Staffing por picos de demanda y ratios.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rentabilidad.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Ciclo operativo aplicado a eventos y F&amp;B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Objetivo, BEO, layout, tiempos, volúmenes y riesgos.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D5AD4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TECNOLOGÍA, SISTEMAS Y AUTOMATIZACIÓN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27B9DE"/>
                </a:solidFill>
                <a:latin typeface="Aptos"/>
              </a:defRPr>
            </a:pPr>
            <a:r>
              <a:t>Sistemas · Redes · Ciberseguridad · Datos · 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Formación técnica, desarrollo aplicado y transformación digital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Perfil tecnológico aplicado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La especialidad tecnológica se apoya en formación técnica y en proyectos reales desarrollados para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resolver necesidades concretas: autenticación, bases de datos, automatización, aplicaciones web,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seguridad, contenidos digitales y despliegues. El objetivo no es separar la tecnología de la operación,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sino utilizarla para hacer procesos más simples, medibles y escalables.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DATOS &amp; IA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SEGURIDAD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SISTEMAS &amp; REDES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Big Data e IA, bases de datos,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Redes departamentales,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Seguridad informática, Nmap,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análisis de información,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buenas prácticas de acceso,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virtualización,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OAuth, control de permisos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automatización y asistentes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direccionamiento,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NAT/Bridged, VPN,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entornos de producción.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integrados en aplicaciones.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27B9D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DEPORTE, NUTRICIÓN Y RENDIMIENTO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4CB66F"/>
                </a:solidFill>
                <a:latin typeface="Aptos"/>
              </a:defRPr>
            </a:pPr>
            <a:r>
              <a:t>Entrenamiento · Hábitos · Bienestar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Entrenamiento, hábitos, bienestar y acompañamiento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Especialidad deportiva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Experiencia y formación orientadas al entrenamiento, la salud y el rendimiento, con capacidad para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trabajar tanto con usuarios individuales como con grupos y colectivos de distintas edades. El enfoque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combina planificación del ejercicio, nutrición, hábitos, seguimiento y motivación.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COLECTIVOS &amp; AGUA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ENTRENAMIENTO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NUTRICIÓN &amp;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HÁBITOS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Entrenador personal,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Natación para distintas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edades, socorrismo, Pilates,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entrenamiento funcional,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Formación como técnico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fuerza, actividades dirigidas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yoga, taichí y trabajo con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nutricionista, educación de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planificación por objetivos.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tercera edad.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hábitos, seguimiento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construcción de planes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4CB66F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PROYECTOS Y ECOSISTEMA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27B9DE"/>
                </a:solidFill>
                <a:latin typeface="Aptos"/>
              </a:defRPr>
            </a:pPr>
            <a:r>
              <a:t>Innovación y proyectos propios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Iniciativas propias que conectan las tres especialidades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CHETESAÍ FITNESS+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OPOSTUDY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Deporte + tecnología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Tecnología + formación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Aplicación para preparación TAI con simulacros,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Plataforma de nutrición, entrenamiento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hábitos con panel profesional, Supabase, OAuth,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preguntas, prácticos, seguimiento de errores,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estadísticas y contenidos técnicos.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galería de ejercicios, contenidos multimedia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asistente IA.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CATERING MALLORCA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FARMAGEND 24/7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Hostelería + eventos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Innovación + automatización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Centro híbrido físico-digital con dispensación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Concepto de catering para fincas privadas en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Mallorca con estructura de equipo, transporte,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automatizada, brazo robótico, app, e-commerce,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IA e inventario inteligente.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27B9D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FORMACIÓN Y CERTIFICACIONES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D5AD4D"/>
                </a:solidFill>
                <a:latin typeface="Aptos"/>
              </a:defRPr>
            </a:pPr>
            <a:r>
              <a:t>Especialización técnica y profesional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Base técnica, gestión de proyectos, hostelería y deporte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HOSTELERÍA Y OPERACIONES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HOTR064PO.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HOTR040PO.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Formación y equivalencias vinculadas a HOTR0409.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Experiencia aplicada en dirección de banquetes, restauración, eventos y operaciones F&amp;B.;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TECNOLOGÍA Y SISTEMAS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IFCT0410 - Redes Departamentales.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IFCT101PO - Seguridad Informática.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IFCT159 - Big Data e Inteligencia Artificial.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Formación en redes, electrónica, sistemas, bases de datos y entornos virtualizados.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GESTIÓN DE PROYECTOS Y DIGITALIZACIÓN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ADGD347PO - Agile Project Management.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ADG348PO - Agile Project Management / Scrum.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Generación Digital PYMES - EAE, 375 horas.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Trabajos y proyectos académicos en dirección estratégica, Scrum, Kanban y transformación digital.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DEPORTE, NUTRICIÓN Y BIENESTAR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Formación como técnico nutricionista.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Entrenador personal.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Técnico en salas polivalentes.</a:t>
            </a:r>
          </a:p>
          <a:p>
            <a:pPr>
              <a:defRPr sz="1050" b="0">
                <a:solidFill>
                  <a:srgbClr val="F0F6F8"/>
                </a:solidFill>
                <a:latin typeface="Aptos"/>
              </a:defRPr>
            </a:pPr>
            <a:r>
              <a:t>• Monitor de Pilates, yoga y taichí para tercera edad.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D5AD4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49808" cy="41148"/>
          </a:xfrm>
          <a:prstGeom prst="rect">
            <a:avLst/>
          </a:prstGeom>
          <a:solidFill>
            <a:srgbClr val="D5A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438912"/>
            <a:ext cx="749808" cy="41148"/>
          </a:xfrm>
          <a:prstGeom prst="rect">
            <a:avLst/>
          </a:prstGeom>
          <a:solidFill>
            <a:srgbClr val="27B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438912"/>
            <a:ext cx="749808" cy="41148"/>
          </a:xfrm>
          <a:prstGeom prst="rect">
            <a:avLst/>
          </a:prstGeom>
          <a:solidFill>
            <a:srgbClr val="4C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12648"/>
            <a:ext cx="9144000" cy="27432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1">
                <a:solidFill>
                  <a:srgbClr val="B9CBD5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11155680" cy="60350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2600" b="1">
                <a:solidFill>
                  <a:srgbClr val="F0F6F8"/>
                </a:solidFill>
                <a:latin typeface="Aptos"/>
              </a:defRPr>
            </a:pPr>
            <a:r>
              <a:t>METODOLOGÍA Y PROPUESTA DE 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91640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600" b="0">
                <a:solidFill>
                  <a:srgbClr val="4CB66F"/>
                </a:solidFill>
                <a:latin typeface="Aptos"/>
              </a:defRPr>
            </a:pPr>
            <a:r>
              <a:t>Human · Systems ·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240280"/>
            <a:ext cx="11109960" cy="3977639"/>
          </a:xfrm>
          <a:prstGeom prst="roundRect">
            <a:avLst/>
          </a:prstGeom>
          <a:solidFill>
            <a:srgbClr val="10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10561320" cy="354787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RAMÓN A. CURBALÁN VEGA  |  PERFIL PROFESIONAL INTEGRAL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Cómo se integran Human - Systems - Performance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Una misma lógica para tres disciplinas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La ventaja diferencial del perfil no consiste únicamente en acumular tres áreas de conocimiento, sino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en utilizar una misma estructura mental para resolver problemas en contextos distintos: entender a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las personas, diseñar sistemas de trabajo y medir el rendimiento.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HUMAN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PERFORMANCE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SYSTEMS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KPI, productividad,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Liderazgo, comunicación,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Procesos, planificación, datos,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rentabilidad, calidad, salud,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servicio, experiencia del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tecnología, seguridad,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adherencia, recuperación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automatización,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cliente, coaching, motivación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documentación y control.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mejora continua.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y adaptación a personas y</a:t>
            </a:r>
          </a:p>
          <a:p>
            <a:pPr>
              <a:defRPr sz="1200" b="0">
                <a:solidFill>
                  <a:srgbClr val="F0F6F8"/>
                </a:solidFill>
                <a:latin typeface="Aptos"/>
              </a:defRPr>
            </a:pPr>
            <a:r>
              <a:t>equipos.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55664"/>
            <a:ext cx="914400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000" b="0">
                <a:solidFill>
                  <a:srgbClr val="B9CBD5"/>
                </a:solidFill>
                <a:latin typeface="Aptos"/>
              </a:defRPr>
            </a:pPr>
            <a:r>
              <a:t>HUMAN  —  SYSTEMS  — 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defRPr sz="1100" b="1">
                <a:solidFill>
                  <a:srgbClr val="4CB66F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