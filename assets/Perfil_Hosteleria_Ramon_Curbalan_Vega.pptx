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ed591e7d5a41d5" /><Relationship Type="http://schemas.openxmlformats.org/officeDocument/2006/relationships/extended-properties" Target="/docProps/app.xml" Id="R1fbec18e4b4941c7" /><Relationship Type="http://schemas.openxmlformats.org/officeDocument/2006/relationships/officeDocument" Target="/ppt/presentation.xml" Id="Rfa6476ce851043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75a99c58214966"/>
  </p:sldMasterIdLst>
  <p:notesMasterIdLst>
    <p:notesMasterId xmlns:r="http://schemas.openxmlformats.org/officeDocument/2006/relationships" r:id="R320cf7316fb94dbe"/>
  </p:notesMasterIdLst>
  <p:sldIdLst>
    <p:sldId xmlns:r="http://schemas.openxmlformats.org/officeDocument/2006/relationships" id="256" r:id="R997c06a475a0494e"/>
    <p:sldId xmlns:r="http://schemas.openxmlformats.org/officeDocument/2006/relationships" id="257" r:id="R440016aba7c44422"/>
    <p:sldId xmlns:r="http://schemas.openxmlformats.org/officeDocument/2006/relationships" id="258" r:id="R0d63d112921c4e73"/>
    <p:sldId xmlns:r="http://schemas.openxmlformats.org/officeDocument/2006/relationships" id="259" r:id="R2af9383c1e27423c"/>
    <p:sldId xmlns:r="http://schemas.openxmlformats.org/officeDocument/2006/relationships" id="260" r:id="R9c489d254feb48bb"/>
    <p:sldId xmlns:r="http://schemas.openxmlformats.org/officeDocument/2006/relationships" id="261" r:id="Rb1205dd79ef54d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c8af731a994924" /><Relationship Type="http://schemas.openxmlformats.org/officeDocument/2006/relationships/slideMaster" Target="/ppt/slideMasters/slideMaster1.xml" Id="Rfd75a99c58214966" /><Relationship Type="http://schemas.openxmlformats.org/officeDocument/2006/relationships/notesMaster" Target="/ppt/notesMasters/notesMaster1.xml" Id="R320cf7316fb94dbe" /><Relationship Type="http://schemas.openxmlformats.org/officeDocument/2006/relationships/presProps" Target="/ppt/presProps.xml" Id="R8fdf6baedbc04304" /><Relationship Type="http://schemas.openxmlformats.org/officeDocument/2006/relationships/tableStyles" Target="/ppt/tableStyles.xml" Id="Re1478f49cad14da0" /><Relationship Type="http://schemas.openxmlformats.org/officeDocument/2006/relationships/slide" Target="/ppt/slides/slide1.xml" Id="R997c06a475a0494e" /><Relationship Type="http://schemas.openxmlformats.org/officeDocument/2006/relationships/slide" Target="/ppt/slides/slide2.xml" Id="R440016aba7c44422" /><Relationship Type="http://schemas.openxmlformats.org/officeDocument/2006/relationships/slide" Target="/ppt/slides/slide3.xml" Id="R0d63d112921c4e73" /><Relationship Type="http://schemas.openxmlformats.org/officeDocument/2006/relationships/slide" Target="/ppt/slides/slide4.xml" Id="R2af9383c1e27423c" /><Relationship Type="http://schemas.openxmlformats.org/officeDocument/2006/relationships/slide" Target="/ppt/slides/slide5.xml" Id="R9c489d254feb48bb" /><Relationship Type="http://schemas.openxmlformats.org/officeDocument/2006/relationships/slide" Target="/ppt/slides/slide6.xml" Id="Rb1205dd79ef54d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c324803d8348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3efd5dbe2d4614" /><Relationship Type="http://schemas.openxmlformats.org/officeDocument/2006/relationships/notesMaster" Target="/ppt/notesMasters/notesMaster1.xml" Id="R19219cee0e9146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988ffcecb7466a" /><Relationship Type="http://schemas.openxmlformats.org/officeDocument/2006/relationships/notesMaster" Target="/ppt/notesMasters/notesMaster1.xml" Id="R69fa9beece7f40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7a67fda1344931" /><Relationship Type="http://schemas.openxmlformats.org/officeDocument/2006/relationships/notesMaster" Target="/ppt/notesMasters/notesMaster1.xml" Id="Rbdc568a17e234a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1ddab9c43b4c16" /><Relationship Type="http://schemas.openxmlformats.org/officeDocument/2006/relationships/notesMaster" Target="/ppt/notesMasters/notesMaster1.xml" Id="R274e2d50249d41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1a42616d944a3f" /><Relationship Type="http://schemas.openxmlformats.org/officeDocument/2006/relationships/notesMaster" Target="/ppt/notesMasters/notesMaster1.xml" Id="Rc79bc201d7c746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b30c78e35e4afc" /><Relationship Type="http://schemas.openxmlformats.org/officeDocument/2006/relationships/notesMaster" Target="/ppt/notesMasters/notesMaster1.xml" Id="Rb72e632b5fa444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Foto de perfil aportada por el usuario. Colores inspirados en la imagen de referencia «Explorar Hostelería»: beige dorado, fondo claro y texto oscuro. Fuente de contenido: Presentacion_2026.docx.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Presentacion_2026.docx, aportado por el usuario. No se añaden cargos, fechas ni resultados cuantificados que no consten en el documento.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Presentacion_2026.docx, aportado por el usuario. No se añaden cargos, fechas ni resultados cuantificados que no consten en el documento.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Presentacion_2026.docx, aportado por el usuario. No se añaden cargos, fechas ni resultados cuantificados que no consten en el documento.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Presentacion_2026.docx, aportado por el usuario. No se añaden cargos, fechas ni resultados cuantificados que no consten en el documento.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Presentacion_2026.docx, aportado por el usuario. No se añaden cargos, fechas ni resultados cuantificados que no consten en el documento.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00402726e4b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91fa7406c40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78f68530b4d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0d684ec454e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b44b68b2847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609a93eb043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B2B775-3391-425F-B730-F0E005D519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D51D8A-B72B-4F07-BE57-FA5E3CB8A4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F87AD7-61BC-48A2-B3B7-D07DFBD905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8F0565-7072-4225-8E85-C56125F343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951619-BD78-4C54-98E7-8B99DFCE80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116C89-632D-41CC-AFA6-7A92E2F14D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642B85-5587-4F9B-B7A8-82EA8A1506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82C37F-A1DD-4995-B151-9B3C44C7BE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5C39BD-918F-4911-97ED-92AD66C317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12D75E-FF75-4F40-9528-555BFDAE8D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d70379292b4628" /><Relationship Type="http://schemas.openxmlformats.org/officeDocument/2006/relationships/slideLayout" Target="/ppt/slideLayouts/slideLayout1.xml" Id="R41a44547d3d84856" /><Relationship Type="http://schemas.openxmlformats.org/officeDocument/2006/relationships/slideLayout" Target="/ppt/slideLayouts/slideLayout2.xml" Id="R9f148ed29c27472e" /><Relationship Type="http://schemas.openxmlformats.org/officeDocument/2006/relationships/slideLayout" Target="/ppt/slideLayouts/slideLayout3.xml" Id="R3dc4d23b9b4c41a0" /><Relationship Type="http://schemas.openxmlformats.org/officeDocument/2006/relationships/slideLayout" Target="/ppt/slideLayouts/slideLayout4.xml" Id="Ra45abf152368490b" /><Relationship Type="http://schemas.openxmlformats.org/officeDocument/2006/relationships/slideLayout" Target="/ppt/slideLayouts/slideLayout5.xml" Id="Ra27cc86f20674f2d" /><Relationship Type="http://schemas.openxmlformats.org/officeDocument/2006/relationships/slideLayout" Target="/ppt/slideLayouts/slideLayout6.xml" Id="Ra7063a2af60f42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a44547d3d84856"/>
    <p:sldLayoutId xmlns:r="http://schemas.openxmlformats.org/officeDocument/2006/relationships" id="2147483650" r:id="R9f148ed29c27472e"/>
    <p:sldLayoutId xmlns:r="http://schemas.openxmlformats.org/officeDocument/2006/relationships" id="2147483651" r:id="R3dc4d23b9b4c41a0"/>
    <p:sldLayoutId xmlns:r="http://schemas.openxmlformats.org/officeDocument/2006/relationships" id="2147483652" r:id="Ra45abf152368490b"/>
    <p:sldLayoutId xmlns:r="http://schemas.openxmlformats.org/officeDocument/2006/relationships" id="2147483653" r:id="Ra27cc86f20674f2d"/>
    <p:sldLayoutId xmlns:r="http://schemas.openxmlformats.org/officeDocument/2006/relationships" id="2147483654" r:id="Ra7063a2af60f42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7ed6374d2b4791" /><Relationship Type="http://schemas.openxmlformats.org/officeDocument/2006/relationships/image" Target="/ppt/media/image.png" Id="R68f552eb6ceb42f3" /><Relationship Type="http://schemas.openxmlformats.org/officeDocument/2006/relationships/notesSlide" Target="/ppt/notesSlides/notesSlide1.xml" Id="Rdddb9d3a0a9e44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5c6a8bdc945ce" /><Relationship Type="http://schemas.openxmlformats.org/officeDocument/2006/relationships/notesSlide" Target="/ppt/notesSlides/notesSlide2.xml" Id="R86fa2e25001e4e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244450c9104784" /><Relationship Type="http://schemas.openxmlformats.org/officeDocument/2006/relationships/notesSlide" Target="/ppt/notesSlides/notesSlide3.xml" Id="R1b0fc735295b44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2a453266cf4241" /><Relationship Type="http://schemas.openxmlformats.org/officeDocument/2006/relationships/notesSlide" Target="/ppt/notesSlides/notesSlide4.xml" Id="R6d49c44c674e49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7b425194f4c21" /><Relationship Type="http://schemas.openxmlformats.org/officeDocument/2006/relationships/notesSlide" Target="/ppt/notesSlides/notesSlide5.xml" Id="Ra78d59cdc9a640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8bd5ee929c435a" /><Relationship Type="http://schemas.openxmlformats.org/officeDocument/2006/relationships/notesSlide" Target="/ppt/notesSlides/notesSlide6.xml" Id="R5ca053de84d442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BBB9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B81E2-0AE2-42E7-B983-12EA731030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552eb6ceb42f3"/>
          <a:stretch xmlns:a="http://schemas.openxmlformats.org/drawingml/2006/main"/>
        </p:blipFill>
        <p:spPr>
          <a:xfrm xmlns:a="http://schemas.openxmlformats.org/drawingml/2006/main">
            <a:off x="5762625" y="1460500"/>
            <a:ext cx="5905500" cy="393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5422B-B101-446A-9708-9E349131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PERFIL EN HOSTELERÍA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DC15D-F686-4059-B866-34DD6CE2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Ramón Alberto</a:t>
            </a:r>
          </a:p>
          <a:p xmlns:a="http://schemas.openxmlformats.org/drawingml/2006/main">
            <a:pPr>
              <a:defRPr sz="36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Curbalán Vega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63D09-3AF0-4ACB-BEBD-F8388E66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500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Gestión de restaurantes</a:t>
            </a:r>
          </a:p>
          <a:p xmlns:a="http://schemas.openxmlformats.org/drawingml/2006/main">
            <a:pPr>
              <a:defRPr sz="24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y banquetes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4E2E1-0BF1-4C1C-851E-04239AFC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00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Más de veinte años</a:t>
            </a:r>
          </a:p>
          <a:p xmlns:a="http://schemas.openxmlformats.org/drawingml/2006/main">
            <a:pPr>
              <a:defRPr sz="19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de experiencia en el sector</a:t>
            </a:r>
          </a:p>
        </p:txBody>
      </p:sp>
    </p:spTree>
    <p:extLst>
      <p:ext uri="{BB962C8B-B14F-4D97-AF65-F5344CB8AC3E}">
        <p14:creationId xmlns:p14="http://schemas.microsoft.com/office/powerpoint/2010/main" val="1412437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70AEA-A4AB-4A72-B931-C6E647C0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Perfil profesional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B7655-979F-4322-9CD5-A893F822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1B828-61D9-40D3-82FE-C4E8029C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Más de veinte años en hostelería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6C3E7-1230-424C-AE46-2892D99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00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Mi trayectoria se centra en la gestión y administración de restaurantes y banquetes, con experiencia en liderazgo de equipos y organización de eventos.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A4D95-6104-4FBA-B295-6029AB08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Me defino como una persona resolutiva, analítica y empática, con vocación por la formación continua en gestión y dirección.</a:t>
            </a:r>
          </a:p>
        </p:txBody>
      </p:sp>
    </p:spTree>
    <p:extLst>
      <p:ext uri="{BB962C8B-B14F-4D97-AF65-F5344CB8AC3E}">
        <p14:creationId xmlns:p14="http://schemas.microsoft.com/office/powerpoint/2010/main" val="1676962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F89BE-57C4-4103-BF5C-D40C9D19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Experiencia en el sector hotelero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2347F-725E-449A-B9BF-0192CA28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68F4F-EE2E-4F71-82CC-BD6E3EB0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38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Hoteles Allsun</a:t>
            </a:r>
          </a:p>
          <a:p xmlns:a="http://schemas.openxmlformats.org/drawingml/2006/main">
            <a:pPr>
              <a:defRPr sz="29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Barefoot Hotel</a:t>
            </a:r>
          </a:p>
          <a:p xmlns:a="http://schemas.openxmlformats.org/drawingml/2006/main">
            <a:pPr>
              <a:defRPr sz="2925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Capvermell Gran Hotel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DD600-422A-4AB4-A5EE-8200F7D3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He ocupado puestos de liderazgo y gestionado simultáneamente varios puntos de venta.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292F9-5924-42E2-8430-2F28E1D5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Mi experiencia incluye la organización y ejecución de eventos de gran envergadura.</a:t>
            </a:r>
          </a:p>
        </p:txBody>
      </p:sp>
    </p:spTree>
    <p:extLst>
      <p:ext uri="{BB962C8B-B14F-4D97-AF65-F5344CB8AC3E}">
        <p14:creationId xmlns:p14="http://schemas.microsoft.com/office/powerpoint/2010/main" val="1487958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EF515-D0F8-41BD-9004-B0F29B25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Gestión operativa y liderazgo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F3359-AB2B-45BC-BB3C-157F6615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A356E-F700-4D92-A693-AB9B2A6C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9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Puntos de venta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9826D-2A19-4179-B2FC-2E5AAFCD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704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Gestión simultánea y coordinación de la operación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2EA11-64F9-4FC5-A54D-A9C47863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19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Inventario y ventas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0DD6D-F70F-4F27-838D-DD6BAC11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28900"/>
            <a:ext cx="704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Optimización de procesos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1B605-E38B-45B8-9F64-0410673C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319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Equipos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AD7DB-EC5C-4E70-8270-ABD5BC61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48050"/>
            <a:ext cx="704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Liderazgo y creación de un entorno colaborativo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73E04-48A8-4AEC-8CED-721196BE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19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Eventos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143F7-7F39-4E76-8304-5CFEB442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67200"/>
            <a:ext cx="704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Planificación, organización y ejecución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7E324-4ABE-4C93-BCB6-79129161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19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Servicio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87538-89A4-4F6C-BB7D-5B08DA90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86350"/>
            <a:ext cx="704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Comunicación constante con el equipo y los clientes</a:t>
            </a:r>
          </a:p>
        </p:txBody>
      </p:sp>
    </p:spTree>
    <p:extLst>
      <p:ext uri="{BB962C8B-B14F-4D97-AF65-F5344CB8AC3E}">
        <p14:creationId xmlns:p14="http://schemas.microsoft.com/office/powerpoint/2010/main" val="1595092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5A3E2-93E3-4569-9FCA-CF050064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Formación e idiomas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DACA8-5ECA-4D75-A3C9-C1D9098D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69931-3BFC-4421-8A47-F3D73105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Formación certificada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5EC95-C4D3-4603-AC6F-F08AF2DE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1038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Gestión de procesos de servicio en restauración</a:t>
            </a:r>
          </a:p>
          <a:p xmlns:a="http://schemas.openxmlformats.org/drawingml/2006/main">
            <a: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Análisis de la rentabilidad en establecimientos hoteleros</a:t>
            </a:r>
          </a:p>
          <a:p xmlns:a="http://schemas.openxmlformats.org/drawingml/2006/main">
            <a:pPr>
              <a:defRPr sz="210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Coctelería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3E8D1-8EF6-4A7D-AC5B-B210D05F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Inglés e italiano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069DA-00A3-4F5D-A3BE-9C734223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19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Conocimiento avanzado para atender a una clientela diversa y responder a sus necesidades.</a:t>
            </a:r>
          </a:p>
        </p:txBody>
      </p:sp>
    </p:spTree>
    <p:extLst>
      <p:ext uri="{BB962C8B-B14F-4D97-AF65-F5344CB8AC3E}">
        <p14:creationId xmlns:p14="http://schemas.microsoft.com/office/powerpoint/2010/main" val="224464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91943-89A1-4BCD-A9E6-FF2A8329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039"/>
                </a:solidFill>
                <a:latin typeface="Arial"/>
                <a:ea typeface="Arial"/>
                <a:cs typeface="Arial"/>
              </a:rPr>
              <a:t>Mi aportación profesional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5A4C9-4B4A-444F-8374-26F06F8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02B6B-1536-44D1-89ED-EADFC41B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7864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86443"/>
                </a:solidFill>
                <a:latin typeface="Arial"/>
                <a:ea typeface="Arial"/>
                <a:cs typeface="Arial"/>
              </a:rPr>
              <a:t>Gestión de restaurantes y banquetes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A1D3F-3560-42EC-85A3-A65F0853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0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039"/>
                </a:solidFill>
                <a:latin typeface="Arial"/>
                <a:ea typeface="Arial"/>
                <a:cs typeface="Arial"/>
              </a:rPr>
              <a:t>Aporto experiencia operativa, capacidad de organización y liderazgo de equipos para contribuir al éxito de cada proyecto.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36C29-A2F1-4060-95B0-AC050377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3615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15E"/>
                </a:solidFill>
                <a:latin typeface="Arial"/>
                <a:ea typeface="Arial"/>
                <a:cs typeface="Arial"/>
              </a:rPr>
              <a:t>Estoy abierto a explorar oportunidades de colaboración y analizar cómo puedo aportar valor al equipo.</a:t>
            </a:r>
          </a:p>
        </p:txBody>
      </p:sp>
    </p:spTree>
    <p:extLst>
      <p:ext uri="{BB962C8B-B14F-4D97-AF65-F5344CB8AC3E}">
        <p14:creationId xmlns:p14="http://schemas.microsoft.com/office/powerpoint/2010/main" val="19244099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2026-10-11T10:55:45.7490000Z</dcterms:created>
  <dcterms:modified xsi:type="dcterms:W3CDTF">2026-10-11T10:55:45.7490000Z</dcterms:modified>
</coreProperties>
</file>