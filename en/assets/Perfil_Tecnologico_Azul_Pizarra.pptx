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072cfb309b46c4" /><Relationship Type="http://schemas.openxmlformats.org/officeDocument/2006/relationships/extended-properties" Target="/docProps/app.xml" Id="Ra98fa302a0dc4a3b" /><Relationship Type="http://schemas.openxmlformats.org/officeDocument/2006/relationships/officeDocument" Target="/ppt/presentation.xml" Id="Rdbc1c3a8339245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5696ed4cd4438f"/>
  </p:sldMasterIdLst>
  <p:notesMasterIdLst>
    <p:notesMasterId xmlns:r="http://schemas.openxmlformats.org/officeDocument/2006/relationships" r:id="R346633e0f60841e3"/>
  </p:notesMasterIdLst>
  <p:sldIdLst>
    <p:sldId xmlns:r="http://schemas.openxmlformats.org/officeDocument/2006/relationships" id="256" r:id="R2b516e3754194a9c"/>
    <p:sldId xmlns:r="http://schemas.openxmlformats.org/officeDocument/2006/relationships" id="257" r:id="R158346a6eade42f0"/>
    <p:sldId xmlns:r="http://schemas.openxmlformats.org/officeDocument/2006/relationships" id="258" r:id="R05689bfc4ca84e09"/>
    <p:sldId xmlns:r="http://schemas.openxmlformats.org/officeDocument/2006/relationships" id="259" r:id="Rfa76dba403044a97"/>
    <p:sldId xmlns:r="http://schemas.openxmlformats.org/officeDocument/2006/relationships" id="260" r:id="R4dbb454d5fe74507"/>
    <p:sldId xmlns:r="http://schemas.openxmlformats.org/officeDocument/2006/relationships" id="261" r:id="Rf395f709f3d24d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cab2b1095b4eba" /><Relationship Type="http://schemas.openxmlformats.org/officeDocument/2006/relationships/slideMaster" Target="/ppt/slideMasters/slideMaster1.xml" Id="R015696ed4cd4438f" /><Relationship Type="http://schemas.openxmlformats.org/officeDocument/2006/relationships/notesMaster" Target="/ppt/notesMasters/notesMaster1.xml" Id="R346633e0f60841e3" /><Relationship Type="http://schemas.openxmlformats.org/officeDocument/2006/relationships/presProps" Target="/ppt/presProps.xml" Id="Rc897ef9cd79c47f3" /><Relationship Type="http://schemas.openxmlformats.org/officeDocument/2006/relationships/tableStyles" Target="/ppt/tableStyles.xml" Id="Rc75a9f64d3c84887" /><Relationship Type="http://schemas.openxmlformats.org/officeDocument/2006/relationships/slide" Target="/ppt/slides/slide1.xml" Id="R2b516e3754194a9c" /><Relationship Type="http://schemas.openxmlformats.org/officeDocument/2006/relationships/slide" Target="/ppt/slides/slide2.xml" Id="R158346a6eade42f0" /><Relationship Type="http://schemas.openxmlformats.org/officeDocument/2006/relationships/slide" Target="/ppt/slides/slide3.xml" Id="R05689bfc4ca84e09" /><Relationship Type="http://schemas.openxmlformats.org/officeDocument/2006/relationships/slide" Target="/ppt/slides/slide4.xml" Id="Rfa76dba403044a97" /><Relationship Type="http://schemas.openxmlformats.org/officeDocument/2006/relationships/slide" Target="/ppt/slides/slide5.xml" Id="R4dbb454d5fe74507" /><Relationship Type="http://schemas.openxmlformats.org/officeDocument/2006/relationships/slide" Target="/ppt/slides/slide6.xml" Id="Rf395f709f3d24d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932aa52bdf48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7d845032de453f" /><Relationship Type="http://schemas.openxmlformats.org/officeDocument/2006/relationships/notesMaster" Target="/ppt/notesMasters/notesMaster1.xml" Id="R46467c03403646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79a3f15ffc4d4e" /><Relationship Type="http://schemas.openxmlformats.org/officeDocument/2006/relationships/notesMaster" Target="/ppt/notesMasters/notesMaster1.xml" Id="R596efbee5dff44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d2cd2463834926" /><Relationship Type="http://schemas.openxmlformats.org/officeDocument/2006/relationships/notesMaster" Target="/ppt/notesMasters/notesMaster1.xml" Id="R040aa111f0c549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aa9e15f76143d1" /><Relationship Type="http://schemas.openxmlformats.org/officeDocument/2006/relationships/notesMaster" Target="/ppt/notesMasters/notesMaster1.xml" Id="R788d2b91745c4e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ba563936e34c73" /><Relationship Type="http://schemas.openxmlformats.org/officeDocument/2006/relationships/notesMaster" Target="/ppt/notesMasters/notesMaster1.xml" Id="R38ab67a7d1854f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1def1221ac462f" /><Relationship Type="http://schemas.openxmlformats.org/officeDocument/2006/relationships/notesMaster" Target="/ppt/notesMasters/notesMaster1.xml" Id="Rfb08a3d9f2444f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 edition of the supplied professional profile. The original Spanish file remains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Spanish professional portfolio. English translation preserves the stated experience, skills and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Spanish professional portfolio. English translation preserves the stated experience, skills and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Spanish professional portfolio. English translation preserves the stated experience, skills and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Spanish professional portfolio. English translation preserves the stated experience, skills and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Spanish professional portfolio. English translation preserves the stated experience, skills and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f0ad3ab8124a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c38ef8d5b540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89e0599f04b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b658a4b08d49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c381e177fb45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7acb2256546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86C4DE-8D5C-41CE-BCD5-3C4DA7EA77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97570E-83DB-490D-B185-E4886DA2B5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8228427-B905-4648-A9DB-BC01ADC1B2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259F75-AC65-48E7-8D19-4067A2666D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04B4B6-4062-41BC-B1D3-B635483FC5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737E07-C0D6-4D31-A756-4EA30308ED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744740-0430-43AA-A285-69E9F3075B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14C46A9-F10E-4208-AE4B-9C0D357D73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C36F35-90F0-48EC-A4BC-6DE8F29970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B5A74F-0AEF-458C-A987-D432102B2A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48611eebf14a38" /><Relationship Type="http://schemas.openxmlformats.org/officeDocument/2006/relationships/slideLayout" Target="/ppt/slideLayouts/slideLayout1.xml" Id="R8bba142b08574705" /><Relationship Type="http://schemas.openxmlformats.org/officeDocument/2006/relationships/slideLayout" Target="/ppt/slideLayouts/slideLayout2.xml" Id="R5cf5d42e00aa4791" /><Relationship Type="http://schemas.openxmlformats.org/officeDocument/2006/relationships/slideLayout" Target="/ppt/slideLayouts/slideLayout3.xml" Id="R29ba461d61be44b0" /><Relationship Type="http://schemas.openxmlformats.org/officeDocument/2006/relationships/slideLayout" Target="/ppt/slideLayouts/slideLayout4.xml" Id="R5019dd4e84b94bb2" /><Relationship Type="http://schemas.openxmlformats.org/officeDocument/2006/relationships/slideLayout" Target="/ppt/slideLayouts/slideLayout5.xml" Id="R3ea47c6e230e4484" /><Relationship Type="http://schemas.openxmlformats.org/officeDocument/2006/relationships/slideLayout" Target="/ppt/slideLayouts/slideLayout6.xml" Id="Re7a945dea2cd44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ba142b08574705"/>
    <p:sldLayoutId xmlns:r="http://schemas.openxmlformats.org/officeDocument/2006/relationships" id="2147483650" r:id="R5cf5d42e00aa4791"/>
    <p:sldLayoutId xmlns:r="http://schemas.openxmlformats.org/officeDocument/2006/relationships" id="2147483651" r:id="R29ba461d61be44b0"/>
    <p:sldLayoutId xmlns:r="http://schemas.openxmlformats.org/officeDocument/2006/relationships" id="2147483652" r:id="R5019dd4e84b94bb2"/>
    <p:sldLayoutId xmlns:r="http://schemas.openxmlformats.org/officeDocument/2006/relationships" id="2147483653" r:id="R3ea47c6e230e4484"/>
    <p:sldLayoutId xmlns:r="http://schemas.openxmlformats.org/officeDocument/2006/relationships" id="2147483654" r:id="Re7a945dea2cd44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11ee0e296b4106" /><Relationship Type="http://schemas.openxmlformats.org/officeDocument/2006/relationships/image" Target="/ppt/media/image.jpeg" Id="R6ec89538103846f6" /><Relationship Type="http://schemas.openxmlformats.org/officeDocument/2006/relationships/notesSlide" Target="/ppt/notesSlides/notesSlide1.xml" Id="Ra677f7a9d84f4a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f5d96a81ec4eee" /><Relationship Type="http://schemas.openxmlformats.org/officeDocument/2006/relationships/notesSlide" Target="/ppt/notesSlides/notesSlide2.xml" Id="Raafff1ac201a47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f5eda71f104f01" /><Relationship Type="http://schemas.openxmlformats.org/officeDocument/2006/relationships/notesSlide" Target="/ppt/notesSlides/notesSlide3.xml" Id="R55a3c7eca18a47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a35983a878452f" /><Relationship Type="http://schemas.openxmlformats.org/officeDocument/2006/relationships/notesSlide" Target="/ppt/notesSlides/notesSlide4.xml" Id="Raacdfc5e6fe940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e41dd4d0248de" /><Relationship Type="http://schemas.openxmlformats.org/officeDocument/2006/relationships/notesSlide" Target="/ppt/notesSlides/notesSlide5.xml" Id="Rf5fa2ebdb2454f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910a5b742e429d" /><Relationship Type="http://schemas.openxmlformats.org/officeDocument/2006/relationships/notesSlide" Target="/ppt/notesSlides/notesSlide6.xml" Id="Rbdd3eef0a4e647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1677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EFB85-B0AB-4606-BC4C-541ED551CA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89538103846f6"/>
          <a:stretch xmlns:a="http://schemas.openxmlformats.org/drawingml/2006/main"/>
        </p:blipFill>
        <p:spPr>
          <a:xfrm xmlns:a="http://schemas.openxmlformats.org/drawingml/2006/main">
            <a:off x="6477000" y="1143350"/>
            <a:ext cx="5095875" cy="4571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90A01-7346-42ED-81C1-73C3D496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F6F8"/>
                </a:solidFill>
                <a:latin typeface="Arial"/>
                <a:ea typeface="Arial"/>
                <a:cs typeface="Arial"/>
              </a:rPr>
              <a:t>TECHNOLOGY PROFILE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D9B43-B3F5-4235-8116-FD883EB5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6F8"/>
                </a:solidFill>
                <a:latin typeface="Arial"/>
                <a:ea typeface="Arial"/>
                <a:cs typeface="Arial"/>
              </a:rPr>
              <a:t>Ramón Alberto</a:t>
            </a:r>
          </a:p>
          <a:p xmlns:a="http://schemas.openxmlformats.org/drawingml/2006/main">
            <a:pPr>
              <a:defRPr sz="3600" b="1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6F8"/>
                </a:solidFill>
                <a:latin typeface="Arial"/>
                <a:ea typeface="Arial"/>
                <a:cs typeface="Arial"/>
              </a:rPr>
              <a:t>Curbalán Vega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8C76F-15D4-40DB-A863-E2313F97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552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Systems analyst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C0E61-8E08-499A-A72F-03601DA5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552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Networks, development and</a:t>
            </a:r>
          </a:p>
          <a:p xmlns:a="http://schemas.openxmlformats.org/drawingml/2006/main">
            <a:pPr>
              <a:defRPr sz="1950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698195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41677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B6BE8-B630-4073-9065-18971B71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6F8"/>
                </a:solidFill>
                <a:latin typeface="Arial"/>
                <a:ea typeface="Arial"/>
                <a:cs typeface="Arial"/>
              </a:rPr>
              <a:t>My professional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5169C-C899-41D9-8B54-2A86F86B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BD9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BD9E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BD9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9A29E-DA30-464D-9B68-0494BE4C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9C9E4"/>
                </a:solidFill>
                <a:latin typeface="Arial"/>
                <a:ea typeface="Arial"/>
                <a:cs typeface="Arial"/>
              </a:rPr>
              <a:t>Technology that supports business processes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0646E-E451-4F9A-95BA-29EFDA8F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I am a systems analyst with training in network administration, cybersecurity, web development and data analysis.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C46FB-26ED-43CA-974D-C0C97703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CBD9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CBD9E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9E0"/>
                </a:solidFill>
                <a:latin typeface="Arial"/>
                <a:ea typeface="Arial"/>
                <a:cs typeface="Arial"/>
              </a:rPr>
              <a:t>My approach combines technical foundations with business insight to improve IT infrastructure and support process digitalisation.</a:t>
            </a:r>
          </a:p>
        </p:txBody>
      </p:sp>
    </p:spTree>
    <p:extLst>
      <p:ext uri="{BB962C8B-B14F-4D97-AF65-F5344CB8AC3E}">
        <p14:creationId xmlns:p14="http://schemas.microsoft.com/office/powerpoint/2010/main" val="17146811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41677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8AF35-A29B-453F-8877-F6EA030E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6F8"/>
                </a:solidFill>
                <a:latin typeface="Arial"/>
                <a:ea typeface="Arial"/>
                <a:cs typeface="Arial"/>
              </a:rPr>
              <a:t>Technical skills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3871C-4686-446E-BE2E-514AA40E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BD9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BD9E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BD9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400B9-8212-4B49-9ECA-0132392C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C9E4"/>
                </a:solidFill>
                <a:latin typeface="Arial"/>
                <a:ea typeface="Arial"/>
                <a:cs typeface="Arial"/>
              </a:rPr>
              <a:t>Systems and networks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40B34-5045-4D57-9B25-2D396041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6212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Administration and design of departmental networks</a:t>
            </a:r>
          </a:p>
          <a:p xmlns:a="http://schemas.openxmlformats.org/drawingml/2006/main">
            <a: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in Windows and Linux environments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592FC-B847-4AC1-BFB8-0A1D9C74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C9E4"/>
                </a:solidFill>
                <a:latin typeface="Arial"/>
                <a:ea typeface="Arial"/>
                <a:cs typeface="Arial"/>
              </a:rPr>
              <a:t>Cybersecurity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85750-A272-416F-84A8-7C6862FF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032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Training in IT and OT security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7BDDC-BD52-4AF5-A8E6-A718ECF5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C9E4"/>
                </a:solidFill>
                <a:latin typeface="Arial"/>
                <a:ea typeface="Arial"/>
                <a:cs typeface="Arial"/>
              </a:rPr>
              <a:t>Web development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6ABCF-1E33-40EE-80E8-1DF4477A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3852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HTML, CSS and PHP</a:t>
            </a:r>
          </a:p>
          <a:p xmlns:a="http://schemas.openxmlformats.org/drawingml/2006/main">
            <a: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Foundations of Java and ASP.NET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6D748-1278-4784-AA9B-DFD37A12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C9E4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B8B48-457C-4D8D-95DF-4D50528D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7672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SQL databases and analysis with Power 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2ACC1-583D-4B22-BEB5-A426F72E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C9E4"/>
                </a:solidFill>
                <a:latin typeface="Arial"/>
                <a:ea typeface="Arial"/>
                <a:cs typeface="Arial"/>
              </a:rPr>
              <a:t>Project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602B0-A56F-43DD-8EF6-63D4F00F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1492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Agile and Scrum methodologies</a:t>
            </a:r>
          </a:p>
        </p:txBody>
      </p:sp>
    </p:spTree>
    <p:extLst>
      <p:ext uri="{BB962C8B-B14F-4D97-AF65-F5344CB8AC3E}">
        <p14:creationId xmlns:p14="http://schemas.microsoft.com/office/powerpoint/2010/main" val="18727218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41677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43BEC-FA72-42EB-A8FB-3EDDF464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6F8"/>
                </a:solidFill>
                <a:latin typeface="Arial"/>
                <a:ea typeface="Arial"/>
                <a:cs typeface="Arial"/>
              </a:rPr>
              <a:t>Technology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D0078-CC74-4263-99F8-72537B30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BD9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BD9E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BD9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A56CC-8207-41DC-8EC5-1907753B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9C9E4"/>
                </a:solidFill>
                <a:latin typeface="Arial"/>
                <a:ea typeface="Arial"/>
                <a:cs typeface="Arial"/>
              </a:rPr>
              <a:t>Administration and design</a:t>
            </a:r>
          </a:p>
          <a:p xmlns:a="http://schemas.openxmlformats.org/drawingml/2006/main">
            <a:pPr>
              <a:defRPr sz="2550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9C9E4"/>
                </a:solidFill>
                <a:latin typeface="Arial"/>
                <a:ea typeface="Arial"/>
                <a:cs typeface="Arial"/>
              </a:rPr>
              <a:t>of departmental networks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86112-D347-48BC-BD04-4FAD5D77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Professional Certificate IFCT0410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E1175-CB73-4798-BB09-B7FE1D2F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9C9E4"/>
                </a:solidFill>
                <a:latin typeface="Arial"/>
                <a:ea typeface="Arial"/>
                <a:cs typeface="Arial"/>
              </a:rPr>
              <a:t>Additional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88DB0-9882-4859-9F24-C33EFA4B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Advanced cybersecurity and web programming</a:t>
            </a:r>
          </a:p>
          <a:p xmlns:a="http://schemas.openxmlformats.org/drawingml/2006/main">
            <a: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Data analysis and applied artificial intelligence</a:t>
            </a:r>
          </a:p>
          <a:p xmlns:a="http://schemas.openxmlformats.org/drawingml/2006/main">
            <a: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Agile project management</a:t>
            </a:r>
          </a:p>
        </p:txBody>
      </p:sp>
    </p:spTree>
    <p:extLst>
      <p:ext uri="{BB962C8B-B14F-4D97-AF65-F5344CB8AC3E}">
        <p14:creationId xmlns:p14="http://schemas.microsoft.com/office/powerpoint/2010/main" val="3943644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41677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97B4D-0B59-47CD-A76D-3A36F9BA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6F8"/>
                </a:solidFill>
                <a:latin typeface="Arial"/>
                <a:ea typeface="Arial"/>
                <a:cs typeface="Arial"/>
              </a:rPr>
              <a:t>Project: digital transformation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0A99B-66AA-4D76-825A-58CD26E6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BD9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BD9E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BD9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6ECFB-A3A3-4349-AE4D-C1C0B359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9C9E4"/>
                </a:solidFill>
                <a:latin typeface="Arial"/>
                <a:ea typeface="Arial"/>
                <a:cs typeface="Arial"/>
              </a:rPr>
              <a:t>Digital Transformation Plan (PTD)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086F6-1BFD-4E4B-AB5C-A0B239AA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C9E4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FFD73-D974-47E7-A18F-31348A40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Digital maturity and SWOT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41EEE-CE78-46A5-A8F0-DC132BCA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C9E4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1E7A0-795A-4957-A5BB-FC7FAB9E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2912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Action areas and digital transformation canvas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C8441-813C-44CC-87FF-5B55B39F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C9E4"/>
                </a:solidFill>
                <a:latin typeface="Arial"/>
                <a:ea typeface="Arial"/>
                <a:cs typeface="Arial"/>
              </a:rPr>
              <a:t>Action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24F87-B79E-4A64-B264-E914D586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8162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KPIs, budget and change 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FBB99-F4AE-451E-BE08-9C91CCD5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CBD9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CBD9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BD9E0"/>
                </a:solidFill>
                <a:latin typeface="Arial"/>
                <a:ea typeface="Arial"/>
                <a:cs typeface="Arial"/>
              </a:rPr>
              <a:t>Generación Digital PYMES Programme</a:t>
            </a:r>
          </a:p>
          <a:p xmlns:a="http://schemas.openxmlformats.org/drawingml/2006/main">
            <a:pPr>
              <a:defRPr sz="1950" b="0">
                <a:solidFill>
                  <a:srgbClr val="CBD9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BD9E0"/>
                </a:solidFill>
                <a:latin typeface="Arial"/>
                <a:ea typeface="Arial"/>
                <a:cs typeface="Arial"/>
              </a:rPr>
              <a:t>EAE Business School</a:t>
            </a:r>
          </a:p>
        </p:txBody>
      </p:sp>
    </p:spTree>
    <p:extLst>
      <p:ext uri="{BB962C8B-B14F-4D97-AF65-F5344CB8AC3E}">
        <p14:creationId xmlns:p14="http://schemas.microsoft.com/office/powerpoint/2010/main" val="6111758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41677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67A31-89D6-46E0-9227-6BFE2712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6F8"/>
                </a:solidFill>
                <a:latin typeface="Arial"/>
                <a:ea typeface="Arial"/>
                <a:cs typeface="Arial"/>
              </a:rPr>
              <a:t>Professional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105C8-DC71-433D-BBD8-E8200C9C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BD9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BD9E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BD9E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61C94-6003-41A2-B36C-D459BF58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9C9E4"/>
                </a:solidFill>
                <a:latin typeface="Arial"/>
                <a:ea typeface="Arial"/>
                <a:cs typeface="Arial"/>
              </a:rPr>
              <a:t>Systems and networks</a:t>
            </a:r>
          </a:p>
          <a:p xmlns:a="http://schemas.openxmlformats.org/drawingml/2006/main">
            <a:pPr>
              <a:defRPr sz="2850" b="1">
                <a:solidFill>
                  <a:srgbClr val="79C9E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9C9E4"/>
                </a:solidFill>
                <a:latin typeface="Arial"/>
                <a:ea typeface="Arial"/>
                <a:cs typeface="Arial"/>
              </a:rPr>
              <a:t>Junior IT consulting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3B9BB-FDB6-478B-B63B-355E4FB8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3F6F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6F8"/>
                </a:solidFill>
                <a:latin typeface="Arial"/>
                <a:ea typeface="Arial"/>
                <a:cs typeface="Arial"/>
              </a:rPr>
              <a:t>I aim to develop my career as a systems technician, network administrator or junior IT consultant.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28101-A419-4B8B-835C-66DEE5EC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CBD9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CBD9E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9E0"/>
                </a:solidFill>
                <a:latin typeface="Arial"/>
                <a:ea typeface="Arial"/>
                <a:cs typeface="Arial"/>
              </a:rPr>
              <a:t>I want to work on real projects and contribute through the efficient and secure use of technology.</a:t>
            </a:r>
          </a:p>
        </p:txBody>
      </p:sp>
    </p:spTree>
    <p:extLst>
      <p:ext uri="{BB962C8B-B14F-4D97-AF65-F5344CB8AC3E}">
        <p14:creationId xmlns:p14="http://schemas.microsoft.com/office/powerpoint/2010/main" val="7401772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2026-10-11T12:46:33.6780000Z</dcterms:created>
  <dcterms:modified xsi:type="dcterms:W3CDTF">2026-10-11T12:46:33.6780000Z</dcterms:modified>
</coreProperties>
</file>