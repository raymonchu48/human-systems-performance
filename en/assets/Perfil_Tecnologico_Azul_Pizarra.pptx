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c6c30603d14bad" /><Relationship Type="http://schemas.openxmlformats.org/officeDocument/2006/relationships/extended-properties" Target="/docProps/app.xml" Id="R9128794702c74b37" /><Relationship Type="http://schemas.openxmlformats.org/officeDocument/2006/relationships/officeDocument" Target="/ppt/presentation.xml" Id="R269395d7ace54e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d57dc6d1f942e9"/>
  </p:sldMasterIdLst>
  <p:notesMasterIdLst>
    <p:notesMasterId xmlns:r="http://schemas.openxmlformats.org/officeDocument/2006/relationships" r:id="R8a640eb662b24a3f"/>
  </p:notesMasterIdLst>
  <p:sldIdLst>
    <p:sldId xmlns:r="http://schemas.openxmlformats.org/officeDocument/2006/relationships" id="256" r:id="Re7b1524df632473a"/>
    <p:sldId xmlns:r="http://schemas.openxmlformats.org/officeDocument/2006/relationships" id="257" r:id="R20e26239032543dc"/>
    <p:sldId xmlns:r="http://schemas.openxmlformats.org/officeDocument/2006/relationships" id="258" r:id="Raccaa04753f54e46"/>
    <p:sldId xmlns:r="http://schemas.openxmlformats.org/officeDocument/2006/relationships" id="259" r:id="R003defe2548e410c"/>
    <p:sldId xmlns:r="http://schemas.openxmlformats.org/officeDocument/2006/relationships" id="260" r:id="R597f2938b1404e79"/>
    <p:sldId xmlns:r="http://schemas.openxmlformats.org/officeDocument/2006/relationships" id="261" r:id="Rc89b968e5d2d40d4"/>
  </p:sldIdLst>
  <p:sldSz cx="12191999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4badb868fd435c" /><Relationship Type="http://schemas.openxmlformats.org/officeDocument/2006/relationships/slideMaster" Target="/ppt/slideMasters/slideMaster1.xml" Id="R4fd57dc6d1f942e9" /><Relationship Type="http://schemas.openxmlformats.org/officeDocument/2006/relationships/notesMaster" Target="/ppt/notesMasters/notesMaster1.xml" Id="R8a640eb662b24a3f" /><Relationship Type="http://schemas.openxmlformats.org/officeDocument/2006/relationships/presProps" Target="/ppt/presProps.xml" Id="R5b2ee06d171c46d5" /><Relationship Type="http://schemas.openxmlformats.org/officeDocument/2006/relationships/viewProps" Target="/ppt/viewProps.xml" Id="R8af171521dfa4648" /><Relationship Type="http://schemas.openxmlformats.org/officeDocument/2006/relationships/tableStyles" Target="/ppt/tableStyles.xml" Id="R08ec030390e34a2d" /><Relationship Type="http://schemas.openxmlformats.org/officeDocument/2006/relationships/slide" Target="/ppt/slides/slide1.xml" Id="Re7b1524df632473a" /><Relationship Type="http://schemas.openxmlformats.org/officeDocument/2006/relationships/slide" Target="/ppt/slides/slide2.xml" Id="R20e26239032543dc" /><Relationship Type="http://schemas.openxmlformats.org/officeDocument/2006/relationships/slide" Target="/ppt/slides/slide3.xml" Id="Raccaa04753f54e46" /><Relationship Type="http://schemas.openxmlformats.org/officeDocument/2006/relationships/slide" Target="/ppt/slides/slide4.xml" Id="R003defe2548e410c" /><Relationship Type="http://schemas.openxmlformats.org/officeDocument/2006/relationships/slide" Target="/ppt/slides/slide5.xml" Id="R597f2938b1404e79" /><Relationship Type="http://schemas.openxmlformats.org/officeDocument/2006/relationships/slide" Target="/ppt/slides/slide6.xml" Id="Rc89b968e5d2d40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b760d84c6c46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09e4e161bc4e1d" /><Relationship Type="http://schemas.openxmlformats.org/officeDocument/2006/relationships/notesMaster" Target="/ppt/notesMasters/notesMaster1.xml" Id="R8fedb56162c844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3eea6690f64fbb" /><Relationship Type="http://schemas.openxmlformats.org/officeDocument/2006/relationships/notesMaster" Target="/ppt/notesMasters/notesMaster1.xml" Id="Re5d12a326df64b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98e62b88d04b83" /><Relationship Type="http://schemas.openxmlformats.org/officeDocument/2006/relationships/notesMaster" Target="/ppt/notesMasters/notesMaster1.xml" Id="R935eb64a420544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ef21693d2744fe" /><Relationship Type="http://schemas.openxmlformats.org/officeDocument/2006/relationships/notesMaster" Target="/ppt/notesMasters/notesMaster1.xml" Id="R541623791f4745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90bd31754b4e1c" /><Relationship Type="http://schemas.openxmlformats.org/officeDocument/2006/relationships/notesMaster" Target="/ppt/notesMasters/notesMaster1.xml" Id="Rb0f5b1c115d142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75953e7bc64e2d" /><Relationship Type="http://schemas.openxmlformats.org/officeDocument/2006/relationships/notesMaster" Target="/ppt/notesMasters/notesMaster1.xml" Id="Rae31157e50e949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0014a45e34e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d1560bb93541b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89edef03274d1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8b39dd27ae4e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f0d14d0f84c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e3483927b94f1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9cec3425a04a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70255b48fe479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dcb72b7bb744b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68959b6aac49c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41d14f6a17423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50B37A-102B-4D39-A841-778E0992884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2AC2BE-C0AC-43A8-A34B-227454873A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477C6E-F0EA-4313-8CBF-5748E660AA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164084-8001-45D2-AE5B-4E6828481D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F408E-25AA-4DA0-A0D6-BF35F39D87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5C6945-6D75-4227-A6B0-F27B2C7E6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885B493-8D72-4911-B93A-C88D07E288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2D21529-D331-484C-A42E-A7EAF4694D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746437-78BB-4403-BC1B-E1C8086A1E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3D1073-8F63-4A25-ACBB-F0DF0BEFC1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2E237D-4E4E-4C01-BB88-5FA6BC2762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FE3DD5-4CF1-45C9-B214-569C98471F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F2E812-8753-4B8B-90FE-4C87D1C444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FF270B-252D-4BC7-B481-D7620E202E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95DC82-9413-4622-8603-42674B33D9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FAB8D7-3CEF-4460-B357-118A72AB3D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DDDC0F5-66E5-46D2-8FBC-48F3B0CB02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EDDCD56-0AA8-4C62-AE6B-98F7D454646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4B0520F-1483-4C36-BDAD-F5C3B3BF2C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18FB5D-D38F-4D89-BB6C-B471204F86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B5358DB-49FA-4F23-8AE2-2D7DD93170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888D99-280C-479F-9D00-00E353B887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A72620-C300-4ECC-AC93-ED7686A330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C3A17BD-CA82-4B1C-B078-F0D2131F70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65BD081-133C-454E-A330-5D9810F8E4E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51773AA-B60C-48A6-B988-1352D0065E1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4E39962-25CF-4A38-8063-42BADB41AF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D0CA6A8-2BDF-4166-A056-AC698CA3DA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42B4158-6555-4C9C-B56E-FEF532D834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209E00-FE8A-4F98-AB6C-0967E439C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FC5C806-91E8-4E4A-A0E4-D55232D2D7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3B0063C-818D-453D-8454-36BFF131E5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D085E3-AD79-4E37-91D5-A20C512345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22CB63B-2117-4393-8BA1-7262F3DF1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59DF430-4CAF-4BCC-A594-79588D9199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790CA29-0C68-4E87-A994-BEF25DAD5C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D113E0-E35A-4EA4-9E01-D4693DEFE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3A63DE6-CF4C-45A9-A7D3-E5AEC4D8783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10A6375-EFD0-4B3F-BB27-880E5EB92C6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35906AA-330E-4977-A012-F1824C0FF1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A0DD18-FAC3-4745-A44E-D52CF85D0A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F39FFA-CFCF-4BAB-BD98-C27A18AC4F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7D9155-0A35-4F2E-8FC4-0A64F4C7A4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631A09A-1711-490D-9527-8017E2A2DCB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EEBDB24-6DF4-4F79-AF59-3E5C8EBCDF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08346E2-D707-45FB-8C9D-FFDF8CC648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D60E99-E33D-446C-A7E1-E65DE713D2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AD89EB-62A7-4E52-8B8A-21A5D82484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197394-1E05-4DD4-92A9-C54A92B1B3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CB2B14-9C3D-454C-9B46-63111A3A7D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6E5A04-C1C0-40E4-8F27-5CE160A9AA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CA5076-8978-45C8-9EA5-2E83F612A6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B3CA9A-22FD-4ABC-8206-9CF35FA7C0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23CB25C-A30F-4895-A972-CC589E5182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FAE4378-6A5A-469D-8D79-0A298E737A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E52491-D73C-47F8-9185-92EC01097B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175D5D5-780A-4304-8A0D-6D89509882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83D9CA-2285-4A71-B925-E331542DE9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aa2504565f426f" /><Relationship Type="http://schemas.openxmlformats.org/officeDocument/2006/relationships/slideLayout" Target="/ppt/slideLayouts/slideLayout1.xml" Id="R3c263c3d0b404ea8" /><Relationship Type="http://schemas.openxmlformats.org/officeDocument/2006/relationships/slideLayout" Target="/ppt/slideLayouts/slideLayout2.xml" Id="Rdcb4c115abba43c3" /><Relationship Type="http://schemas.openxmlformats.org/officeDocument/2006/relationships/slideLayout" Target="/ppt/slideLayouts/slideLayout3.xml" Id="R8e549dd4177044b4" /><Relationship Type="http://schemas.openxmlformats.org/officeDocument/2006/relationships/slideLayout" Target="/ppt/slideLayouts/slideLayout4.xml" Id="R635e63ca826e4b06" /><Relationship Type="http://schemas.openxmlformats.org/officeDocument/2006/relationships/slideLayout" Target="/ppt/slideLayouts/slideLayout5.xml" Id="R645ba01a98c344f2" /><Relationship Type="http://schemas.openxmlformats.org/officeDocument/2006/relationships/slideLayout" Target="/ppt/slideLayouts/slideLayout6.xml" Id="Re5866ecedeb84f54" /><Relationship Type="http://schemas.openxmlformats.org/officeDocument/2006/relationships/slideLayout" Target="/ppt/slideLayouts/slideLayout7.xml" Id="R260cc7c12e35462c" /><Relationship Type="http://schemas.openxmlformats.org/officeDocument/2006/relationships/slideLayout" Target="/ppt/slideLayouts/slideLayout8.xml" Id="R34645ec9f0b24b14" /><Relationship Type="http://schemas.openxmlformats.org/officeDocument/2006/relationships/slideLayout" Target="/ppt/slideLayouts/slideLayout9.xml" Id="Rc20a55e914ec45a9" /><Relationship Type="http://schemas.openxmlformats.org/officeDocument/2006/relationships/slideLayout" Target="/ppt/slideLayouts/slideLayout10.xml" Id="R10940013133c4102" /><Relationship Type="http://schemas.openxmlformats.org/officeDocument/2006/relationships/slideLayout" Target="/ppt/slideLayouts/slideLayout11.xml" Id="R662b964f83b8466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D4CCD61-CBDF-4A46-BFC5-2C8FF67E32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20AEF4-065E-4508-B7C6-03C9B05572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4A757C-E7E9-4ACC-9177-126553DA48D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760F66-1917-43B0-A06E-AE1C3CBBCD0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B71F1D5-41F8-44AF-8997-2B19B17A0C4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263c3d0b404ea8"/>
    <p:sldLayoutId xmlns:r="http://schemas.openxmlformats.org/officeDocument/2006/relationships" id="2147483650" r:id="Rdcb4c115abba43c3"/>
    <p:sldLayoutId xmlns:r="http://schemas.openxmlformats.org/officeDocument/2006/relationships" id="2147483651" r:id="R8e549dd4177044b4"/>
    <p:sldLayoutId xmlns:r="http://schemas.openxmlformats.org/officeDocument/2006/relationships" id="2147483652" r:id="R635e63ca826e4b06"/>
    <p:sldLayoutId xmlns:r="http://schemas.openxmlformats.org/officeDocument/2006/relationships" id="2147483653" r:id="R645ba01a98c344f2"/>
    <p:sldLayoutId xmlns:r="http://schemas.openxmlformats.org/officeDocument/2006/relationships" id="2147483654" r:id="Re5866ecedeb84f54"/>
    <p:sldLayoutId xmlns:r="http://schemas.openxmlformats.org/officeDocument/2006/relationships" id="2147483655" r:id="R260cc7c12e35462c"/>
    <p:sldLayoutId xmlns:r="http://schemas.openxmlformats.org/officeDocument/2006/relationships" id="2147483656" r:id="R34645ec9f0b24b14"/>
    <p:sldLayoutId xmlns:r="http://schemas.openxmlformats.org/officeDocument/2006/relationships" id="2147483657" r:id="Rc20a55e914ec45a9"/>
    <p:sldLayoutId xmlns:r="http://schemas.openxmlformats.org/officeDocument/2006/relationships" id="2147483658" r:id="R10940013133c4102"/>
    <p:sldLayoutId xmlns:r="http://schemas.openxmlformats.org/officeDocument/2006/relationships" id="2147483659" r:id="R662b964f83b8466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eaa592c20642c7" /><Relationship Type="http://schemas.openxmlformats.org/officeDocument/2006/relationships/image" Target="/ppt/media/image.png" Id="Rcf3aa7315d4a4e9f" /><Relationship Type="http://schemas.openxmlformats.org/officeDocument/2006/relationships/notesSlide" Target="/ppt/notesSlides/notesSlide1.xml" Id="R83e788e226164d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bedec0422c48f2" /><Relationship Type="http://schemas.openxmlformats.org/officeDocument/2006/relationships/image" Target="/ppt/media/image2.png" Id="Rb265dd315a9f406d" /><Relationship Type="http://schemas.openxmlformats.org/officeDocument/2006/relationships/notesSlide" Target="/ppt/notesSlides/notesSlide2.xml" Id="Re94c59db8a1e49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084dd2105c4cd7" /><Relationship Type="http://schemas.openxmlformats.org/officeDocument/2006/relationships/image" Target="/ppt/media/image3.png" Id="R060bdcdca2054486" /><Relationship Type="http://schemas.openxmlformats.org/officeDocument/2006/relationships/notesSlide" Target="/ppt/notesSlides/notesSlide3.xml" Id="Rdf4453a1f2a841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f09e4730a04731" /><Relationship Type="http://schemas.openxmlformats.org/officeDocument/2006/relationships/image" Target="/ppt/media/image4.png" Id="Rf831284d97af4d10" /><Relationship Type="http://schemas.openxmlformats.org/officeDocument/2006/relationships/notesSlide" Target="/ppt/notesSlides/notesSlide4.xml" Id="R9b7eea8e286a40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f84948ea764781" /><Relationship Type="http://schemas.openxmlformats.org/officeDocument/2006/relationships/image" Target="/ppt/media/image5.png" Id="R743487dced6c4186" /><Relationship Type="http://schemas.openxmlformats.org/officeDocument/2006/relationships/notesSlide" Target="/ppt/notesSlides/notesSlide5.xml" Id="Ra7c11b56456545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a98a0c782e4713" /><Relationship Type="http://schemas.openxmlformats.org/officeDocument/2006/relationships/image" Target="/ppt/media/image6.png" Id="R2ebd330b23474359" /><Relationship Type="http://schemas.openxmlformats.org/officeDocument/2006/relationships/notesSlide" Target="/ppt/notesSlides/notesSlide6.xml" Id="R3fb8fda1628a41b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86E52183-C017-4721-A00E-4DCF483285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aa7315d4a4e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6E237-519E-44FB-B757-B9DA1B84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5048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20E98-365A-4600-931D-2C6C33E5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TECHNOLOGY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6C0FF-59ED-430F-A81B-DD54162E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0006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9783B-2417-44DA-97D6-C0D7AB20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5F7FA"/>
                </a:solidFill>
                <a:latin typeface="Arial"/>
                <a:ea typeface="Arial"/>
                <a:cs typeface="Arial"/>
              </a:rPr>
              <a:t>Systems analyst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53B9A-230C-4C1A-9E01-666BFA43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000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8224EE-CEE7-4174-AF79-C959DB8F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00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>
                <a:solidFill>
                  <a:srgbClr val="B6C5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B6C5D5"/>
                </a:solidFill>
                <a:latin typeface="Arial"/>
                <a:ea typeface="Arial"/>
                <a:cs typeface="Arial"/>
              </a:rPr>
              <a:t>Networks, development and</a:t>
            </a:r>
          </a:p>
          <a:p xmlns:a="http://schemas.openxmlformats.org/drawingml/2006/main">
            <a:pPr algn="l">
              <a:defRPr sz="210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B6C5D5"/>
                </a:solidFill>
                <a:latin typeface="Arial"/>
                <a:ea typeface="Arial"/>
                <a:cs typeface="Arial"/>
              </a:rPr>
              <a:t>digital transformation</a:t>
            </a:r>
          </a:p>
        </p:txBody>
      </p:sp>
    </p:spTree>
    <p:extLst>
      <p:ext uri="{BB962C8B-B14F-4D97-AF65-F5344CB8AC3E}">
        <p14:creationId xmlns:p14="http://schemas.microsoft.com/office/powerpoint/2010/main" val="111234892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E0915AE-5BFD-43F1-B44C-BA356213A4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5dd315a9f40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3F040-B7AE-4A97-A51F-D5772769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25BDB-704A-49BE-B255-115A634D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My professional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60B9E-687D-476B-937E-4E72868B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47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7871C-8DCC-4F1A-A9DC-837A0CE4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Technology that supports business processes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9327A-8AE8-4D2D-915D-559BB2F8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9906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763AF-E95B-4E81-8FEE-56D1D05D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990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5F7FA"/>
                </a:solidFill>
                <a:latin typeface="Arial"/>
                <a:ea typeface="Arial"/>
                <a:cs typeface="Arial"/>
              </a:rPr>
              <a:t>I am a systems analyst with training in network administration, cybersecurity, web development and data analysis.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6F222-A9E1-4C44-B006-20D40689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9906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1BF2D-8521-4CD5-8F7A-9E654D18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9906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>
                <a:solidFill>
                  <a:srgbClr val="B6C5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B6C5D5"/>
                </a:solidFill>
                <a:latin typeface="Arial"/>
                <a:ea typeface="Arial"/>
                <a:cs typeface="Arial"/>
              </a:rPr>
              <a:t>My approach combines technical foundations with business insight to improve IT infrastructure and support process digitalisation.</a:t>
            </a:r>
          </a:p>
        </p:txBody>
      </p:sp>
    </p:spTree>
    <p:extLst>
      <p:ext uri="{BB962C8B-B14F-4D97-AF65-F5344CB8AC3E}">
        <p14:creationId xmlns:p14="http://schemas.microsoft.com/office/powerpoint/2010/main" val="11442400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6C0CE34-E1CD-4604-A558-8C8AA54BF5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bdcdca20544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4F7E0-8462-42B3-9E5C-496EA861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EC8D8-D6FF-48AF-96BD-89621EC6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Technical skills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4491C-D850-4949-AA79-D05F80BF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333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EC225-C4B2-4DAA-A251-250BB048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Systems and networks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64E26-1173-41D4-B312-FBEDE431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695AD-CB81-40F0-99A0-C86D6C8F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Administration and design of departmental networks</a:t>
            </a:r>
          </a:p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in Windows and Linux environments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B021E-2F63-4E88-9E81-EEAA84FA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FA004-30FC-4072-8F81-6838B40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Cybersecurity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F4D48F-ACB9-4771-BE7D-674616BA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253EC-D5FC-4F3E-BE7F-3DAE40F5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Training in IT and OT security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16C63-F6FF-4FA6-983E-1D589B3E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33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F3C65-DB37-45A5-9AD2-A226CDB6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Web development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600A13-25F6-45B8-AFA3-67AB845C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5A969-828A-4B32-AA77-00DE5C8A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HTML, CSS and PHP</a:t>
            </a:r>
          </a:p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Foundations of Java and ASP.NET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FAA8F-3784-4D07-9FCC-A410C329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3333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8C9A5-624A-4452-B318-A8D9F061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F072BF-C0A3-46FE-B5D8-53ECA4EC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8625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54ABE-1DF2-4E27-AD7C-34DE364E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8625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SQL databases and analysis with Power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F46F45-5875-4CA5-9667-087542C6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3333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8190C2-3EF5-4E0E-A442-14158A71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333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Project management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DD685C-BADC-492F-A035-D0B4C5A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43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0AE9DE-D230-4DA9-896A-7537EE20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435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F5F7FA"/>
                </a:solidFill>
                <a:latin typeface="Arial"/>
                <a:ea typeface="Arial"/>
                <a:cs typeface="Arial"/>
              </a:rPr>
              <a:t>Agile and Scrum methodologies</a:t>
            </a:r>
          </a:p>
        </p:txBody>
      </p:sp>
    </p:spTree>
    <p:extLst>
      <p:ext uri="{BB962C8B-B14F-4D97-AF65-F5344CB8AC3E}">
        <p14:creationId xmlns:p14="http://schemas.microsoft.com/office/powerpoint/2010/main" val="21063324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C59A2E5-301C-482D-84D0-D4694E43A8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1284d97af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AA2D19-F307-4878-89E8-F6D36F5A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99BCF-65EC-4678-AB8F-21FFDDF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Technology training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49DE-CF20-4F3A-B0B4-7353B3DD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287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7B33C-A349-44B2-AF08-A572ED38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Administration and design</a:t>
            </a:r>
          </a:p>
          <a:p xmlns:a="http://schemas.openxmlformats.org/drawingml/2006/main">
            <a:pPr algn="l">
              <a:defRPr sz="27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of departmental networks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50AFE-8F15-4C2E-95F3-EFA02A6A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47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38AC-44A2-4FB7-B6C8-B09C459F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F5F7FA"/>
                </a:solidFill>
                <a:latin typeface="Arial"/>
                <a:ea typeface="Arial"/>
                <a:cs typeface="Arial"/>
              </a:rPr>
              <a:t>Professional Certificate IFCT0410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018FD-92B6-41E5-9246-0DCB887F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10382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F6C90C-44B8-4339-81B6-47546D70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Additional training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FF4B68-622C-461D-8615-31F7E98E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0382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92C3C-F3BD-46C6-9323-0199369C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0382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F5F7FA"/>
                </a:solidFill>
                <a:latin typeface="Arial"/>
                <a:ea typeface="Arial"/>
                <a:cs typeface="Arial"/>
              </a:rPr>
              <a:t>Advanced cybersecurity and web programming</a:t>
            </a:r>
          </a:p>
          <a:p xmlns:a="http://schemas.openxmlformats.org/drawingml/2006/main">
            <a: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F5F7FA"/>
                </a:solidFill>
                <a:latin typeface="Arial"/>
                <a:ea typeface="Arial"/>
                <a:cs typeface="Arial"/>
              </a:rPr>
              <a:t>Data analysis and applied artificial intelligence</a:t>
            </a:r>
          </a:p>
          <a:p xmlns:a="http://schemas.openxmlformats.org/drawingml/2006/main">
            <a:pPr algn="l">
              <a:defRPr sz="210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F5F7FA"/>
                </a:solidFill>
                <a:latin typeface="Arial"/>
                <a:ea typeface="Arial"/>
                <a:cs typeface="Arial"/>
              </a:rPr>
              <a:t>Agile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17981485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DAB6E83-F3FB-4101-8284-13A13310CA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487dced6c41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DDA1A-3F91-425F-AB32-837DB830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FDFA5-F332-414A-8933-76BCF1D1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Project: digital transformation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3C5BA-520E-4925-9BC7-39782D22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572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D5D7D-77B7-4797-9A65-3E9E2F4A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Digital Transformation Plan (PTD)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CCFB5-7F14-44E6-A50D-D76138C5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477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4C1AC-1762-4150-B78A-1E34E752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>
                <a:solidFill>
                  <a:srgbClr val="B6C5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B6C5D5"/>
                </a:solidFill>
                <a:latin typeface="Arial"/>
                <a:ea typeface="Arial"/>
                <a:cs typeface="Arial"/>
              </a:rPr>
              <a:t>Generación Digital PYMES Programme</a:t>
            </a:r>
          </a:p>
          <a:p xmlns:a="http://schemas.openxmlformats.org/drawingml/2006/main">
            <a:pPr algn="l">
              <a:defRPr sz="195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B6C5D5"/>
                </a:solidFill>
                <a:latin typeface="Arial"/>
                <a:ea typeface="Arial"/>
                <a:cs typeface="Arial"/>
              </a:rPr>
              <a:t>EAE Business School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6355A-AAA7-4B58-B74B-215A1BE1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3143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B0E92-35B4-432E-B5CD-9FA6FC5A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Assessment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5EB26-A2B0-42D1-B5BD-113A5E10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29025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A5899-4221-4E79-8157-09306910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2902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5F7FA"/>
                </a:solidFill>
                <a:latin typeface="Arial"/>
                <a:ea typeface="Arial"/>
                <a:cs typeface="Arial"/>
              </a:rPr>
              <a:t>Digital maturity and SWOT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C7AAF-D1BF-419E-ADC3-E49453D7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143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A4E6C-8DE7-421F-9E66-5C72CC02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E636A-7C90-4DEC-B27A-B7616D1A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96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FB006-02C6-4A16-A86F-46AD868F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9600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5F7FA"/>
                </a:solidFill>
                <a:latin typeface="Arial"/>
                <a:ea typeface="Arial"/>
                <a:cs typeface="Arial"/>
              </a:rPr>
              <a:t>Action areas and digital transformation canvas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09C64E-15B4-4DCF-BA70-6E2994E1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0175"/>
            <a:ext cx="3143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1FC6F8-D4EE-4246-BD92-DB609EE2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0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Action 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014E6F-A991-4032-8E14-ED39FD2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10175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90D2BC-2FB7-445F-BA5F-C359968A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101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5F7FA"/>
                </a:solidFill>
                <a:latin typeface="Arial"/>
                <a:ea typeface="Arial"/>
                <a:cs typeface="Arial"/>
              </a:rPr>
              <a:t>KPIs, budget and change management</a:t>
            </a:r>
          </a:p>
        </p:txBody>
      </p:sp>
    </p:spTree>
    <p:extLst>
      <p:ext uri="{BB962C8B-B14F-4D97-AF65-F5344CB8AC3E}">
        <p14:creationId xmlns:p14="http://schemas.microsoft.com/office/powerpoint/2010/main" val="113695453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4CF6A1F9-1E48-4776-A180-3077BC6E7C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d330b2347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55F97-641A-421F-BF4D-7FD14626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C0A27-0732-4E09-9080-EBFFBFA5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Professional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7EC15E-613A-482F-A6A6-A37899C9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0477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9B161-AF36-4903-8358-D9C48495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Systems and networks</a:t>
            </a:r>
          </a:p>
          <a:p xmlns:a="http://schemas.openxmlformats.org/drawingml/2006/main">
            <a:pPr algn="l">
              <a:defRPr sz="3300" b="1">
                <a:solidFill>
                  <a:srgbClr val="70C9E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0C9E8"/>
                </a:solidFill>
                <a:latin typeface="Arial"/>
                <a:ea typeface="Arial"/>
                <a:cs typeface="Arial"/>
              </a:rPr>
              <a:t>Junior IT consulting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EF820-A773-4A64-A87D-1C3272C3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191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E7AFF-B8F4-407B-9B6F-57FF8218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>
                <a:solidFill>
                  <a:srgbClr val="F5F7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>
                <a:solidFill>
                  <a:srgbClr val="F5F7FA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5F7FA"/>
                </a:solidFill>
                <a:latin typeface="Arial"/>
                <a:ea typeface="Arial"/>
                <a:cs typeface="Arial"/>
              </a:rPr>
              <a:t>I aim to develop my career as a systems technician, network administrator or junior IT consultant.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43497-CB03-4F0B-BE37-FA49A67F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19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77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F78CE9-FF51-4E43-99FD-A5A75D6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191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>
                <a:solidFill>
                  <a:srgbClr val="B6C5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>
                <a:solidFill>
                  <a:srgbClr val="B6C5D5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B6C5D5"/>
                </a:solidFill>
                <a:latin typeface="Arial"/>
                <a:ea typeface="Arial"/>
                <a:cs typeface="Arial"/>
              </a:rPr>
              <a:t>I want to work on real projects and contribute through the efficient and secure use of technology.</a:t>
            </a:r>
          </a:p>
        </p:txBody>
      </p:sp>
    </p:spTree>
    <p:extLst>
      <p:ext uri="{BB962C8B-B14F-4D97-AF65-F5344CB8AC3E}">
        <p14:creationId xmlns:p14="http://schemas.microsoft.com/office/powerpoint/2010/main" val="17001714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2026-10-11T15:54:58.6850000Z</dcterms:created>
  <dcterms:modified xsi:type="dcterms:W3CDTF">2026-10-11T15:54:58.6850000Z</dcterms:modified>
</coreProperties>
</file>