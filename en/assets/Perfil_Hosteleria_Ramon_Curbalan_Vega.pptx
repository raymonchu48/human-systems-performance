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8bd0f4329dd4382" /><Relationship Type="http://schemas.openxmlformats.org/officeDocument/2006/relationships/extended-properties" Target="/docProps/app.xml" Id="R68f77f24b1944c0e" /><Relationship Type="http://schemas.openxmlformats.org/officeDocument/2006/relationships/officeDocument" Target="/ppt/presentation.xml" Id="R90190cadb68743c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c9f49458554406"/>
  </p:sldMasterIdLst>
  <p:notesMasterIdLst>
    <p:notesMasterId xmlns:r="http://schemas.openxmlformats.org/officeDocument/2006/relationships" r:id="Rae8010c57610462b"/>
  </p:notesMasterIdLst>
  <p:sldIdLst>
    <p:sldId xmlns:r="http://schemas.openxmlformats.org/officeDocument/2006/relationships" id="256" r:id="Rf8b4da00f0a04e79"/>
    <p:sldId xmlns:r="http://schemas.openxmlformats.org/officeDocument/2006/relationships" id="257" r:id="R4947e6e3505c4f49"/>
    <p:sldId xmlns:r="http://schemas.openxmlformats.org/officeDocument/2006/relationships" id="258" r:id="R09e3a12d69174971"/>
    <p:sldId xmlns:r="http://schemas.openxmlformats.org/officeDocument/2006/relationships" id="259" r:id="R99b2da2ff54d46cb"/>
    <p:sldId xmlns:r="http://schemas.openxmlformats.org/officeDocument/2006/relationships" id="260" r:id="Re3238f2253474d60"/>
    <p:sldId xmlns:r="http://schemas.openxmlformats.org/officeDocument/2006/relationships" id="261" r:id="R9fca99a86e4b4b7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eb102009714fba" /><Relationship Type="http://schemas.openxmlformats.org/officeDocument/2006/relationships/slideMaster" Target="/ppt/slideMasters/slideMaster1.xml" Id="Rb2c9f49458554406" /><Relationship Type="http://schemas.openxmlformats.org/officeDocument/2006/relationships/notesMaster" Target="/ppt/notesMasters/notesMaster1.xml" Id="Rae8010c57610462b" /><Relationship Type="http://schemas.openxmlformats.org/officeDocument/2006/relationships/presProps" Target="/ppt/presProps.xml" Id="Rf737242c96ca4849" /><Relationship Type="http://schemas.openxmlformats.org/officeDocument/2006/relationships/tableStyles" Target="/ppt/tableStyles.xml" Id="R301af193c7214540" /><Relationship Type="http://schemas.openxmlformats.org/officeDocument/2006/relationships/slide" Target="/ppt/slides/slide1.xml" Id="Rf8b4da00f0a04e79" /><Relationship Type="http://schemas.openxmlformats.org/officeDocument/2006/relationships/slide" Target="/ppt/slides/slide2.xml" Id="R4947e6e3505c4f49" /><Relationship Type="http://schemas.openxmlformats.org/officeDocument/2006/relationships/slide" Target="/ppt/slides/slide3.xml" Id="R09e3a12d69174971" /><Relationship Type="http://schemas.openxmlformats.org/officeDocument/2006/relationships/slide" Target="/ppt/slides/slide4.xml" Id="R99b2da2ff54d46cb" /><Relationship Type="http://schemas.openxmlformats.org/officeDocument/2006/relationships/slide" Target="/ppt/slides/slide5.xml" Id="Re3238f2253474d60" /><Relationship Type="http://schemas.openxmlformats.org/officeDocument/2006/relationships/slide" Target="/ppt/slides/slide6.xml" Id="R9fca99a86e4b4b7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7d905e817c340c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6a19e0b3114f7d" /><Relationship Type="http://schemas.openxmlformats.org/officeDocument/2006/relationships/notesMaster" Target="/ppt/notesMasters/notesMaster1.xml" Id="R1c62c3a4a7654b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de12749fc942c1" /><Relationship Type="http://schemas.openxmlformats.org/officeDocument/2006/relationships/notesMaster" Target="/ppt/notesMasters/notesMaster1.xml" Id="Rfdacdd2db98146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75bb8a8b624556" /><Relationship Type="http://schemas.openxmlformats.org/officeDocument/2006/relationships/notesMaster" Target="/ppt/notesMasters/notesMaster1.xml" Id="R2c3a3ecf3f12442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5e7c36d3a2c4414" /><Relationship Type="http://schemas.openxmlformats.org/officeDocument/2006/relationships/notesMaster" Target="/ppt/notesMasters/notesMaster1.xml" Id="Rbe33cc83ad26495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940d0ba74824eaf" /><Relationship Type="http://schemas.openxmlformats.org/officeDocument/2006/relationships/notesMaster" Target="/ppt/notesMasters/notesMaster1.xml" Id="R8eb71e55bfc844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6c0c4836154c82" /><Relationship Type="http://schemas.openxmlformats.org/officeDocument/2006/relationships/notesMaster" Target="/ppt/notesMasters/notesMaster1.xml" Id="Ra9e5fa0934074d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Foto de perfil aportada por el usuario. Colores inspirados en la imagen de referencia «Explorar Hostelería»: beige dorado, fondo claro y texto oscuro. Fuente de contenido: Presentacion_2026.docx.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Presentacion_2026.docx, aportado por el usuario. No se añaden cargos, fechas ni resultados cuantificados que no consten en el documento.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Presentacion_2026.docx, aportado por el usuario. No se añaden cargos, fechas ni resultados cuantificados que no consten en el documento.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Presentacion_2026.docx, aportado por el usuario. No se añaden cargos, fechas ni resultados cuantificados que no consten en el documento.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Presentacion_2026.docx, aportado por el usuario. No se añaden cargos, fechas ni resultados cuantificados que no consten en el documento.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Presentacion_2026.docx, aportado por el usuario. No se añaden cargos, fechas ni resultados cuantificados que no consten en el documento.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f04b42277542a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ea4c95fcb4439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4ac6c1d36747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a8950c7e0e40d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b08ffbac7452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79e5b8c7e5494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5B2B775-3391-425F-B730-F0E005D519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79D51D8A-B72B-4F07-BE57-FA5E3CB8A4C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1F87AD7-61BC-48A2-B3B7-D07DFBD905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78F0565-7072-4225-8E85-C56125F343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1951619-BD78-4C54-98E7-8B99DFCE80D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2116C89-632D-41CC-AFA6-7A92E2F14D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642B85-5587-4F9B-B7A8-82EA8A1506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DB82C37F-A1DD-4995-B151-9B3C44C7BEB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05C39BD-918F-4911-97ED-92AD66C317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E12D75E-FF75-4F40-9528-555BFDAE8DD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dc3c1cbb6d4c17" /><Relationship Type="http://schemas.openxmlformats.org/officeDocument/2006/relationships/slideLayout" Target="/ppt/slideLayouts/slideLayout1.xml" Id="Ra1969495ca694aae" /><Relationship Type="http://schemas.openxmlformats.org/officeDocument/2006/relationships/slideLayout" Target="/ppt/slideLayouts/slideLayout2.xml" Id="R05ed1024719846e5" /><Relationship Type="http://schemas.openxmlformats.org/officeDocument/2006/relationships/slideLayout" Target="/ppt/slideLayouts/slideLayout3.xml" Id="Rbccd008b4a49416b" /><Relationship Type="http://schemas.openxmlformats.org/officeDocument/2006/relationships/slideLayout" Target="/ppt/slideLayouts/slideLayout4.xml" Id="R0f5d0314589c42db" /><Relationship Type="http://schemas.openxmlformats.org/officeDocument/2006/relationships/slideLayout" Target="/ppt/slideLayouts/slideLayout5.xml" Id="R1fa54b8e570e42b1" /><Relationship Type="http://schemas.openxmlformats.org/officeDocument/2006/relationships/slideLayout" Target="/ppt/slideLayouts/slideLayout6.xml" Id="R2fa0770390004f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969495ca694aae"/>
    <p:sldLayoutId xmlns:r="http://schemas.openxmlformats.org/officeDocument/2006/relationships" id="2147483650" r:id="R05ed1024719846e5"/>
    <p:sldLayoutId xmlns:r="http://schemas.openxmlformats.org/officeDocument/2006/relationships" id="2147483651" r:id="Rbccd008b4a49416b"/>
    <p:sldLayoutId xmlns:r="http://schemas.openxmlformats.org/officeDocument/2006/relationships" id="2147483652" r:id="R0f5d0314589c42db"/>
    <p:sldLayoutId xmlns:r="http://schemas.openxmlformats.org/officeDocument/2006/relationships" id="2147483653" r:id="R1fa54b8e570e42b1"/>
    <p:sldLayoutId xmlns:r="http://schemas.openxmlformats.org/officeDocument/2006/relationships" id="2147483654" r:id="R2fa0770390004f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4a79e1269e84637" /><Relationship Type="http://schemas.openxmlformats.org/officeDocument/2006/relationships/image" Target="/ppt/media/image.png" Id="R57d356aec63f4333" /><Relationship Type="http://schemas.openxmlformats.org/officeDocument/2006/relationships/notesSlide" Target="/ppt/notesSlides/notesSlide1.xml" Id="R20d83aa0459e44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df80c5b5884132" /><Relationship Type="http://schemas.openxmlformats.org/officeDocument/2006/relationships/notesSlide" Target="/ppt/notesSlides/notesSlide2.xml" Id="Ra2ecbbe1f2f94b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41d1361e2b424a" /><Relationship Type="http://schemas.openxmlformats.org/officeDocument/2006/relationships/notesSlide" Target="/ppt/notesSlides/notesSlide3.xml" Id="R9afd1daf8232496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206bc2962744d1" /><Relationship Type="http://schemas.openxmlformats.org/officeDocument/2006/relationships/notesSlide" Target="/ppt/notesSlides/notesSlide4.xml" Id="R3331421beb5143d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fe2250eea8476f" /><Relationship Type="http://schemas.openxmlformats.org/officeDocument/2006/relationships/notesSlide" Target="/ppt/notesSlides/notesSlide5.xml" Id="R1e3692cdbe3340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dd1132105f48be" /><Relationship Type="http://schemas.openxmlformats.org/officeDocument/2006/relationships/notesSlide" Target="/ppt/notesSlides/notesSlide6.xml" Id="Ra9fd8055b62445a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CBBB9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21EA0F-E06C-4526-9CD5-E1EC1A0100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d356aec63f4333"/>
          <a:stretch xmlns:a="http://schemas.openxmlformats.org/drawingml/2006/main"/>
        </p:blipFill>
        <p:spPr>
          <a:xfrm xmlns:a="http://schemas.openxmlformats.org/drawingml/2006/main">
            <a:off x="5762625" y="1460500"/>
            <a:ext cx="5905500" cy="3937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25422B-B101-446A-9708-9E349131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191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039"/>
                </a:solidFill>
                <a:latin typeface="Arial"/>
                <a:ea typeface="Arial"/>
                <a:cs typeface="Arial"/>
              </a:rPr>
              <a:t>HOSPITALITY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DC15D-F686-4059-B866-34DD6CE2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5048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36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9"/>
                </a:solidFill>
                <a:latin typeface="Arial"/>
                <a:ea typeface="Arial"/>
                <a:cs typeface="Arial"/>
              </a:rPr>
              <a:t>Ramón Alberto</a:t>
            </a:r>
          </a:p>
          <a:p xmlns:a="http://schemas.openxmlformats.org/drawingml/2006/main">
            <a:pPr>
              <a:buNone/>
              <a:defRPr sz="36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83039"/>
                </a:solidFill>
                <a:latin typeface="Arial"/>
                <a:ea typeface="Arial"/>
                <a:cs typeface="Arial"/>
              </a:rPr>
              <a:t>Curbalán Vega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E63D09-3AF0-4ACB-BEBD-F8388E669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5000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4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Restaurant and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banqueting management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F4E2E1-0BF1-4C1C-851E-04239AFCD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50006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9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More than twenty years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of industry experience</a:t>
            </a:r>
          </a:p>
        </p:txBody>
      </p:sp>
    </p:spTree>
    <p:extLst>
      <p:ext uri="{BB962C8B-B14F-4D97-AF65-F5344CB8AC3E}">
        <p14:creationId xmlns:p14="http://schemas.microsoft.com/office/powerpoint/2010/main" val="14124377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70AEA-A4AB-4A72-B931-C6E647C0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039"/>
                </a:solidFill>
                <a:latin typeface="Arial"/>
                <a:ea typeface="Arial"/>
                <a:cs typeface="Arial"/>
              </a:rPr>
              <a:t>Professional profile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B7655-979F-4322-9CD5-A893F822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1B828-61D9-40D3-82FE-C4E8029C1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288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More than twenty years in hospitality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A6C3E7-1230-424C-AE46-2892D99E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0012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My career focuses on restaurant and banqueting management, with experience in team leadership and event organisation.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7A4D95-6104-4FBA-B295-6029AB08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1000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75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75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I am resourceful, analytical and empathetic, with a commitment to ongoing learning in management and leadership.</a:t>
            </a:r>
          </a:p>
        </p:txBody>
      </p:sp>
    </p:spTree>
    <p:extLst>
      <p:ext uri="{BB962C8B-B14F-4D97-AF65-F5344CB8AC3E}">
        <p14:creationId xmlns:p14="http://schemas.microsoft.com/office/powerpoint/2010/main" val="167696258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AF89BE-57C4-4103-BF5C-D40C9D19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039"/>
                </a:solidFill>
                <a:latin typeface="Arial"/>
                <a:ea typeface="Arial"/>
                <a:cs typeface="Arial"/>
              </a:rPr>
              <a:t>Experience in the hotel industry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2347F-725E-449A-B9BF-0192CA28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B68F4F-EE2E-4F71-82CC-BD6E3EB0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382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925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2925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Hoteles Allsun</a:t>
            </a:r>
          </a:p>
          <a:p xmlns:a="http://schemas.openxmlformats.org/drawingml/2006/main">
            <a:pPr>
              <a:buNone/>
              <a:defRPr sz="2925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Barefoot Hotel</a:t>
            </a:r>
          </a:p>
          <a:p xmlns:a="http://schemas.openxmlformats.org/drawingml/2006/main">
            <a:pPr>
              <a:buNone/>
              <a:defRPr sz="2925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925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Capvermell Gran Hotel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1DD600-422A-4AB4-A5EE-8200F7D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9906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I have held leadership roles and managed several outlets simultaneously.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1292F9-5924-42E2-8430-2F28E1D54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34025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My experience includes organising and delivering large-scale events.</a:t>
            </a:r>
          </a:p>
        </p:txBody>
      </p:sp>
    </p:spTree>
    <p:extLst>
      <p:ext uri="{BB962C8B-B14F-4D97-AF65-F5344CB8AC3E}">
        <p14:creationId xmlns:p14="http://schemas.microsoft.com/office/powerpoint/2010/main" val="14879587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0EF515-D0F8-41BD-9004-B0F29B25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039"/>
                </a:solidFill>
                <a:latin typeface="Arial"/>
                <a:ea typeface="Arial"/>
                <a:cs typeface="Arial"/>
              </a:rPr>
              <a:t>Operations management and leadership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BF3359-AB2B-45BC-BB3C-157F6615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AA356E-F700-4D92-A693-AB9B2A6CC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19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Outlets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79826D-2A19-4179-B2FC-2E5AAFCD3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09750"/>
            <a:ext cx="704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Managing several outlets and coordinating operations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72EA11-64F9-4FC5-A54D-A9C478639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319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Inventory and sales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60DD6D-F70F-4F27-838D-DD6BAC11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628900"/>
            <a:ext cx="704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Process optimisation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11B605-E38B-45B8-9F64-0410673CF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319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Teams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4AD7DB-EC5C-4E70-8270-ABD5BC61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448050"/>
            <a:ext cx="704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Leadership and a collaborative working environment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773E04-48A8-4AEC-8CED-721196BE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319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Events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F143F7-7F39-4E76-8304-5CFEB442F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267200"/>
            <a:ext cx="704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Planning, organisation and delivery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E7E324-4ABE-4C93-BCB6-79129161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86350"/>
            <a:ext cx="3190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Service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F87538-89A4-4F6C-BB7D-5B08DA90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086350"/>
            <a:ext cx="704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Continuous communication with the team and customers</a:t>
            </a:r>
          </a:p>
        </p:txBody>
      </p:sp>
    </p:spTree>
    <p:extLst>
      <p:ext uri="{BB962C8B-B14F-4D97-AF65-F5344CB8AC3E}">
        <p14:creationId xmlns:p14="http://schemas.microsoft.com/office/powerpoint/2010/main" val="15950924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75A3E2-93E3-4569-9FCA-CF0500647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039"/>
                </a:solidFill>
                <a:latin typeface="Arial"/>
                <a:ea typeface="Arial"/>
                <a:cs typeface="Arial"/>
              </a:rPr>
              <a:t>Training and languages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ADACA8-5ECA-4D75-A3C9-C1D9098D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769931-3BFC-4421-8A47-F3D73105B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0382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4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Certified training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B5EC95-C4D3-4603-AC6F-F08AF2DE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0325"/>
            <a:ext cx="10382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Management of restaurant service processes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Profitability analysis in hotel establishments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Cocktail making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03E8D1-8EF6-4A7D-AC5B-B210D05F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1038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7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70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English and Italian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5069DA-00A3-4F5D-A3BE-9C734223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191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10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10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Advanced English and Italian to communicate effectively with a diverse clientele and meet their needs.</a:t>
            </a:r>
          </a:p>
        </p:txBody>
      </p:sp>
    </p:spTree>
    <p:extLst>
      <p:ext uri="{BB962C8B-B14F-4D97-AF65-F5344CB8AC3E}">
        <p14:creationId xmlns:p14="http://schemas.microsoft.com/office/powerpoint/2010/main" val="22446491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2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91943-89A1-4BCD-A9E6-FF2A8329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300" b="1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3039"/>
                </a:solidFill>
                <a:latin typeface="Arial"/>
                <a:ea typeface="Arial"/>
                <a:cs typeface="Arial"/>
              </a:rPr>
              <a:t>My professional contribution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D5A4C9-4B4A-444F-8374-26F06F8F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38875"/>
            <a:ext cx="523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buNone/>
              <a:defRPr sz="13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002B6B-1536-44D1-89ED-EADFC41B6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81175"/>
            <a:ext cx="10382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315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3150" b="1">
                <a:solidFill>
                  <a:srgbClr val="786443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86443"/>
                </a:solidFill>
                <a:latin typeface="Arial"/>
                <a:ea typeface="Arial"/>
                <a:cs typeface="Arial"/>
              </a:rPr>
              <a:t>Restaurant and banqueting management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A1D3F-3560-42EC-85A3-A65F0853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0012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1830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83039"/>
                </a:solidFill>
                <a:latin typeface="Arial"/>
                <a:ea typeface="Arial"/>
                <a:cs typeface="Arial"/>
              </a:rPr>
              <a:t>I contribute operational experience, organisational skills and team leadership to help each project succeed.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36C29-A2F1-4060-95B0-AC050377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0001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2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250" b="0">
                <a:solidFill>
                  <a:srgbClr val="53615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53615E"/>
                </a:solidFill>
                <a:latin typeface="Arial"/>
                <a:ea typeface="Arial"/>
                <a:cs typeface="Arial"/>
              </a:rPr>
              <a:t>I am open to exploring opportunities for collaboration and discussing how I can add value to the team.</a:t>
            </a:r>
          </a:p>
        </p:txBody>
      </p:sp>
    </p:spTree>
    <p:extLst>
      <p:ext uri="{BB962C8B-B14F-4D97-AF65-F5344CB8AC3E}">
        <p14:creationId xmlns:p14="http://schemas.microsoft.com/office/powerpoint/2010/main" val="19244099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2026-10-11T15:50:56.2920000Z</dcterms:created>
  <dcterms:modified xsi:type="dcterms:W3CDTF">2026-10-11T15:50:56.2920000Z</dcterms:modified>
</coreProperties>
</file>