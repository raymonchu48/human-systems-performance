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260007e2c54411" /><Relationship Type="http://schemas.openxmlformats.org/officeDocument/2006/relationships/extended-properties" Target="/docProps/app.xml" Id="R4485c1b19ae74619" /><Relationship Type="http://schemas.openxmlformats.org/officeDocument/2006/relationships/officeDocument" Target="/ppt/presentation.xml" Id="R743eb16b30fb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8d41e0170b4e6d"/>
  </p:sldMasterIdLst>
  <p:notesMasterIdLst>
    <p:notesMasterId xmlns:r="http://schemas.openxmlformats.org/officeDocument/2006/relationships" r:id="Reccce00c77264548"/>
  </p:notesMasterIdLst>
  <p:sldIdLst>
    <p:sldId xmlns:r="http://schemas.openxmlformats.org/officeDocument/2006/relationships" id="256" r:id="Ref84532441c24b52"/>
    <p:sldId xmlns:r="http://schemas.openxmlformats.org/officeDocument/2006/relationships" id="257" r:id="R6d0f3362796e47c6"/>
    <p:sldId xmlns:r="http://schemas.openxmlformats.org/officeDocument/2006/relationships" id="258" r:id="Rf9fcd4ab7ef749f5"/>
    <p:sldId xmlns:r="http://schemas.openxmlformats.org/officeDocument/2006/relationships" id="259" r:id="R4d7d53d3b7fa4fc5"/>
    <p:sldId xmlns:r="http://schemas.openxmlformats.org/officeDocument/2006/relationships" id="260" r:id="R38b5dfbc469d4920"/>
    <p:sldId xmlns:r="http://schemas.openxmlformats.org/officeDocument/2006/relationships" id="261" r:id="R76db2e1e9fc9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53a90f89694c26" /><Relationship Type="http://schemas.openxmlformats.org/officeDocument/2006/relationships/slideMaster" Target="/ppt/slideMasters/slideMaster1.xml" Id="Rf38d41e0170b4e6d" /><Relationship Type="http://schemas.openxmlformats.org/officeDocument/2006/relationships/notesMaster" Target="/ppt/notesMasters/notesMaster1.xml" Id="Reccce00c77264548" /><Relationship Type="http://schemas.openxmlformats.org/officeDocument/2006/relationships/presProps" Target="/ppt/presProps.xml" Id="Rb4cb5bb8a9434aff" /><Relationship Type="http://schemas.openxmlformats.org/officeDocument/2006/relationships/tableStyles" Target="/ppt/tableStyles.xml" Id="Rca9c058e365745ee" /><Relationship Type="http://schemas.openxmlformats.org/officeDocument/2006/relationships/slide" Target="/ppt/slides/slide1.xml" Id="Ref84532441c24b52" /><Relationship Type="http://schemas.openxmlformats.org/officeDocument/2006/relationships/slide" Target="/ppt/slides/slide2.xml" Id="R6d0f3362796e47c6" /><Relationship Type="http://schemas.openxmlformats.org/officeDocument/2006/relationships/slide" Target="/ppt/slides/slide3.xml" Id="Rf9fcd4ab7ef749f5" /><Relationship Type="http://schemas.openxmlformats.org/officeDocument/2006/relationships/slide" Target="/ppt/slides/slide4.xml" Id="R4d7d53d3b7fa4fc5" /><Relationship Type="http://schemas.openxmlformats.org/officeDocument/2006/relationships/slide" Target="/ppt/slides/slide5.xml" Id="R38b5dfbc469d4920" /><Relationship Type="http://schemas.openxmlformats.org/officeDocument/2006/relationships/slide" Target="/ppt/slides/slide6.xml" Id="R76db2e1e9fc9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a6df0e35e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f23bc354d4722" /><Relationship Type="http://schemas.openxmlformats.org/officeDocument/2006/relationships/notesMaster" Target="/ppt/notesMasters/notesMaster1.xml" Id="Rab4488a3da9143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08577cee34d31" /><Relationship Type="http://schemas.openxmlformats.org/officeDocument/2006/relationships/notesMaster" Target="/ppt/notesMasters/notesMaster1.xml" Id="Rf78c80374ec74e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93f553264e4fbc" /><Relationship Type="http://schemas.openxmlformats.org/officeDocument/2006/relationships/notesMaster" Target="/ppt/notesMasters/notesMaster1.xml" Id="R1ae51df975474f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6515a892b340fc" /><Relationship Type="http://schemas.openxmlformats.org/officeDocument/2006/relationships/notesMaster" Target="/ppt/notesMasters/notesMaster1.xml" Id="R274a7f2d527a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821a146ac46a5" /><Relationship Type="http://schemas.openxmlformats.org/officeDocument/2006/relationships/notesMaster" Target="/ppt/notesMasters/notesMaster1.xml" Id="Rbf63d529b90e41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206ca1d5f45de" /><Relationship Type="http://schemas.openxmlformats.org/officeDocument/2006/relationships/notesMaster" Target="/ppt/notesMasters/notesMaster1.xml" Id="R1891e146d5f243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edition of the supplied professional profile. The original Spanish file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cac0497ac4f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cc633f4ea4e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ee234905247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a097cac5b49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bb24b0a3a4d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97c38e71b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569E2F-896C-4DC6-82E0-8F97E80E7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8E4090-0CC4-439B-A5AB-B9C8C0F78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756047-1AE8-4669-BE93-E98641DD2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59B0DB-9973-47CB-B3C4-3E5D23B20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AA58F5-35CC-4399-AE61-C304666299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A491B6-CE2E-4F2B-8AD5-349FB2855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2016BC-80C0-4CC4-A909-AF205B0352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52AB72-A82C-459A-A449-6F6C56CA49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35CD79-7EBF-499C-B924-6F145A458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48D1B3-476B-4DA7-9A2B-3BD8C1A29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d56c0950d44e5" /><Relationship Type="http://schemas.openxmlformats.org/officeDocument/2006/relationships/slideLayout" Target="/ppt/slideLayouts/slideLayout1.xml" Id="Re51e78d8c22541a0" /><Relationship Type="http://schemas.openxmlformats.org/officeDocument/2006/relationships/slideLayout" Target="/ppt/slideLayouts/slideLayout2.xml" Id="R99f8903fe99a4753" /><Relationship Type="http://schemas.openxmlformats.org/officeDocument/2006/relationships/slideLayout" Target="/ppt/slideLayouts/slideLayout3.xml" Id="R3e84b1b5d29a46e1" /><Relationship Type="http://schemas.openxmlformats.org/officeDocument/2006/relationships/slideLayout" Target="/ppt/slideLayouts/slideLayout4.xml" Id="R9c2231bf71bb4d7c" /><Relationship Type="http://schemas.openxmlformats.org/officeDocument/2006/relationships/slideLayout" Target="/ppt/slideLayouts/slideLayout5.xml" Id="R8f21c6fd8c344eab" /><Relationship Type="http://schemas.openxmlformats.org/officeDocument/2006/relationships/slideLayout" Target="/ppt/slideLayouts/slideLayout6.xml" Id="R80ce8f88b3a044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e78d8c22541a0"/>
    <p:sldLayoutId xmlns:r="http://schemas.openxmlformats.org/officeDocument/2006/relationships" id="2147483650" r:id="R99f8903fe99a4753"/>
    <p:sldLayoutId xmlns:r="http://schemas.openxmlformats.org/officeDocument/2006/relationships" id="2147483651" r:id="R3e84b1b5d29a46e1"/>
    <p:sldLayoutId xmlns:r="http://schemas.openxmlformats.org/officeDocument/2006/relationships" id="2147483652" r:id="R9c2231bf71bb4d7c"/>
    <p:sldLayoutId xmlns:r="http://schemas.openxmlformats.org/officeDocument/2006/relationships" id="2147483653" r:id="R8f21c6fd8c344eab"/>
    <p:sldLayoutId xmlns:r="http://schemas.openxmlformats.org/officeDocument/2006/relationships" id="2147483654" r:id="R80ce8f88b3a044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54d67b6f04091" /><Relationship Type="http://schemas.openxmlformats.org/officeDocument/2006/relationships/image" Target="/ppt/media/image.png" Id="Re5e4b73616d64fe7" /><Relationship Type="http://schemas.openxmlformats.org/officeDocument/2006/relationships/notesSlide" Target="/ppt/notesSlides/notesSlide1.xml" Id="R50837a09231c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52ca78a4e433f" /><Relationship Type="http://schemas.openxmlformats.org/officeDocument/2006/relationships/notesSlide" Target="/ppt/notesSlides/notesSlide2.xml" Id="Rd2bdd91c7cb84e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8447c7ade49c6" /><Relationship Type="http://schemas.openxmlformats.org/officeDocument/2006/relationships/notesSlide" Target="/ppt/notesSlides/notesSlide3.xml" Id="R04242f5da5ed4f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7f8a7d0694ea5" /><Relationship Type="http://schemas.openxmlformats.org/officeDocument/2006/relationships/notesSlide" Target="/ppt/notesSlides/notesSlide4.xml" Id="Rd8ee953ad75243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00629e7b3439b" /><Relationship Type="http://schemas.openxmlformats.org/officeDocument/2006/relationships/notesSlide" Target="/ppt/notesSlides/notesSlide5.xml" Id="R36f5f9e3c4244f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43c72841a499b" /><Relationship Type="http://schemas.openxmlformats.org/officeDocument/2006/relationships/notesSlide" Target="/ppt/notesSlides/notesSlide6.xml" Id="R81f1d581ecda44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BBB9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87612-0389-45D0-99A8-BFA417EC2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4b73616d64fe7"/>
          <a:stretch xmlns:a="http://schemas.openxmlformats.org/drawingml/2006/main"/>
        </p:blipFill>
        <p:spPr>
          <a:xfrm xmlns:a="http://schemas.openxmlformats.org/drawingml/2006/main">
            <a:off x="6477000" y="1730375"/>
            <a:ext cx="5095875" cy="339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FAD24-3B31-4D73-965C-471E851C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HOSPITALITY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B8640-B0D3-45DE-B316-70E09E7E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Ramón Alberto</a:t>
            </a:r>
          </a:p>
          <a:p xmlns:a="http://schemas.openxmlformats.org/drawingml/2006/main">
            <a: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Curbalán Vega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8F993-8D4A-49C4-B4AC-90DF3EF9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Restaurant and</a:t>
            </a:r>
          </a:p>
          <a:p xmlns:a="http://schemas.openxmlformats.org/drawingml/2006/main">
            <a: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banqueting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5476A-5F50-48CD-911E-EEB5DBE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More than twenty years</a:t>
            </a:r>
          </a:p>
          <a:p xmlns:a="http://schemas.openxmlformats.org/drawingml/2006/main">
            <a: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of industry experience</a:t>
            </a:r>
          </a:p>
        </p:txBody>
      </p:sp>
    </p:spTree>
    <p:extLst>
      <p:ext uri="{BB962C8B-B14F-4D97-AF65-F5344CB8AC3E}">
        <p14:creationId xmlns:p14="http://schemas.microsoft.com/office/powerpoint/2010/main" val="470474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CEC9-5F31-4B17-9196-C091CF2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Professional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B012B-61FB-4C48-8E4F-11D22B2C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67E97-3D23-4C8C-8F44-82B1C04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More than twenty years in hospitality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CDB68-4440-4E2B-A4F0-4D31EE98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My career focuses on restaurant and banqueting management, with experience in team leadership and event 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E413-284B-4533-A5C8-F28EBEF1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I am resourceful, analytical and empathetic, with a commitment to ongoing learning in management and leadership.</a:t>
            </a:r>
          </a:p>
        </p:txBody>
      </p:sp>
    </p:spTree>
    <p:extLst>
      <p:ext uri="{BB962C8B-B14F-4D97-AF65-F5344CB8AC3E}">
        <p14:creationId xmlns:p14="http://schemas.microsoft.com/office/powerpoint/2010/main" val="620714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7F239-0687-4E8A-B7CB-98422125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Experience in the hotel industry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05A48-4EB7-42A9-B589-191A1C37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C9BDD-EFB0-4B21-8928-B4B2BD8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Hoteles Allsun</a:t>
            </a:r>
          </a:p>
          <a:p xmlns:a="http://schemas.openxmlformats.org/drawingml/2006/main">
            <a:pPr>
              <a:defRPr sz="25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Barefoot Hotel</a:t>
            </a:r>
          </a:p>
          <a:p xmlns:a="http://schemas.openxmlformats.org/drawingml/2006/main">
            <a:pPr>
              <a:defRPr sz="25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Capvermell Gran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A6F4-2BC9-4A90-B88C-76A5306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I have held leadership roles and managed several outlets simultaneously.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FD03D-5C54-41A4-B617-2F914407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My experience includes organising and delivering large-scale events.</a:t>
            </a:r>
          </a:p>
        </p:txBody>
      </p:sp>
    </p:spTree>
    <p:extLst>
      <p:ext uri="{BB962C8B-B14F-4D97-AF65-F5344CB8AC3E}">
        <p14:creationId xmlns:p14="http://schemas.microsoft.com/office/powerpoint/2010/main" val="1833279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8B2D5-C09F-4BD7-A9C2-5EA826A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Operations management and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32515-A9CE-4DF2-9E78-BCF0D941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CE7C4-C25A-4B4F-AF7E-22E9C6C2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Outlets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B18CE-6A99-441A-9EF7-A00CBF10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Managing several outlets and coordinating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A4762-5410-4D3F-9F0D-516FC29A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Inventory and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8C08-C438-4F1E-B01A-9438C2A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03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Process optimisation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9BD3-ED60-4C41-A621-DB78BCCF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13B4F-CD10-45C1-AF73-79FDB61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385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Leadership and a collaborative working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9FBC5-34C0-4C6F-9AC0-1C09FB63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8CDFF-D60E-4974-B423-E48858A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Planning, organisation and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0E864-FE92-48EE-8632-D4848C7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F523A-6242-4896-BB5C-5B704E33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149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Continuous communication with the team and customers</a:t>
            </a:r>
          </a:p>
        </p:txBody>
      </p:sp>
    </p:spTree>
    <p:extLst>
      <p:ext uri="{BB962C8B-B14F-4D97-AF65-F5344CB8AC3E}">
        <p14:creationId xmlns:p14="http://schemas.microsoft.com/office/powerpoint/2010/main" val="136488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FC16D-B7BF-47B3-A426-8F21208E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Training and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CD4EC-1D83-4609-A28E-A002253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A77EB-C39D-491F-8CE0-256EF272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Certified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7C2E5-1D9B-4E41-8F48-F40E70A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Management of restaurant service processes</a:t>
            </a:r>
          </a:p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Profitability analysis in hotel establishments</a:t>
            </a:r>
          </a:p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Cocktail making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03A02-1D02-43D3-A063-D25A34A1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English and Italian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837D0-A74E-493D-B9D0-E0E4601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Advanced English and Italian to communicate effectively with a diverse clientele and meet their needs.</a:t>
            </a:r>
          </a:p>
        </p:txBody>
      </p:sp>
    </p:spTree>
    <p:extLst>
      <p:ext uri="{BB962C8B-B14F-4D97-AF65-F5344CB8AC3E}">
        <p14:creationId xmlns:p14="http://schemas.microsoft.com/office/powerpoint/2010/main" val="136898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626DD-37B9-4B04-AEF3-87F88C5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My professional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E8BB-4F77-4CB8-8A3F-8BDF980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957AD-21A0-4689-9CB3-3848FA48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Restaurant and banqueting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1565C-7964-4F08-9322-5DBF08A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I contribute operational experience, organisational skills and team leadership to help each project succeed.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D7A1F-F376-4EB8-A447-AE4DEEA2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I am open to exploring opportunities for collaboration and discussing how I can add value to the team.</a:t>
            </a:r>
          </a:p>
        </p:txBody>
      </p:sp>
    </p:spTree>
    <p:extLst>
      <p:ext uri="{BB962C8B-B14F-4D97-AF65-F5344CB8AC3E}">
        <p14:creationId xmlns:p14="http://schemas.microsoft.com/office/powerpoint/2010/main" val="882601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2026-10-11T12:46:27.2010000Z</dcterms:created>
  <dcterms:modified xsi:type="dcterms:W3CDTF">2026-10-11T12:46:27.2010000Z</dcterms:modified>
</coreProperties>
</file>