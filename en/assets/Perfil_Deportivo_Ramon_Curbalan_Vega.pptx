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309efaaecd426e" /><Relationship Type="http://schemas.openxmlformats.org/officeDocument/2006/relationships/extended-properties" Target="/docProps/app.xml" Id="Rcc6623db9e9e4744" /><Relationship Type="http://schemas.openxmlformats.org/officeDocument/2006/relationships/officeDocument" Target="/ppt/presentation.xml" Id="Rbfe16796b2394f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cdf5c184c54ed9"/>
  </p:sldMasterIdLst>
  <p:notesMasterIdLst>
    <p:notesMasterId xmlns:r="http://schemas.openxmlformats.org/officeDocument/2006/relationships" r:id="R82d1b38751fb45ac"/>
  </p:notesMasterIdLst>
  <p:sldIdLst>
    <p:sldId xmlns:r="http://schemas.openxmlformats.org/officeDocument/2006/relationships" id="256" r:id="Redf14322b6954e6e"/>
    <p:sldId xmlns:r="http://schemas.openxmlformats.org/officeDocument/2006/relationships" id="257" r:id="R96fb3229008140ca"/>
    <p:sldId xmlns:r="http://schemas.openxmlformats.org/officeDocument/2006/relationships" id="258" r:id="Rf0a728c1977c4aef"/>
    <p:sldId xmlns:r="http://schemas.openxmlformats.org/officeDocument/2006/relationships" id="259" r:id="R5e3e1b22eeb04f88"/>
    <p:sldId xmlns:r="http://schemas.openxmlformats.org/officeDocument/2006/relationships" id="260" r:id="R1d97e2f1172b48ed"/>
    <p:sldId xmlns:r="http://schemas.openxmlformats.org/officeDocument/2006/relationships" id="261" r:id="Rf4fecf87d7b44d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e6d066d7fb4939" /><Relationship Type="http://schemas.openxmlformats.org/officeDocument/2006/relationships/slideMaster" Target="/ppt/slideMasters/slideMaster1.xml" Id="Rf5cdf5c184c54ed9" /><Relationship Type="http://schemas.openxmlformats.org/officeDocument/2006/relationships/notesMaster" Target="/ppt/notesMasters/notesMaster1.xml" Id="R82d1b38751fb45ac" /><Relationship Type="http://schemas.openxmlformats.org/officeDocument/2006/relationships/presProps" Target="/ppt/presProps.xml" Id="Rb2e88c5189624481" /><Relationship Type="http://schemas.openxmlformats.org/officeDocument/2006/relationships/tableStyles" Target="/ppt/tableStyles.xml" Id="Rba487af9684649aa" /><Relationship Type="http://schemas.openxmlformats.org/officeDocument/2006/relationships/slide" Target="/ppt/slides/slide1.xml" Id="Redf14322b6954e6e" /><Relationship Type="http://schemas.openxmlformats.org/officeDocument/2006/relationships/slide" Target="/ppt/slides/slide2.xml" Id="R96fb3229008140ca" /><Relationship Type="http://schemas.openxmlformats.org/officeDocument/2006/relationships/slide" Target="/ppt/slides/slide3.xml" Id="Rf0a728c1977c4aef" /><Relationship Type="http://schemas.openxmlformats.org/officeDocument/2006/relationships/slide" Target="/ppt/slides/slide4.xml" Id="R5e3e1b22eeb04f88" /><Relationship Type="http://schemas.openxmlformats.org/officeDocument/2006/relationships/slide" Target="/ppt/slides/slide5.xml" Id="R1d97e2f1172b48ed" /><Relationship Type="http://schemas.openxmlformats.org/officeDocument/2006/relationships/slide" Target="/ppt/slides/slide6.xml" Id="Rf4fecf87d7b44d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9a2ef8e37142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312a5c19bf4984" /><Relationship Type="http://schemas.openxmlformats.org/officeDocument/2006/relationships/notesMaster" Target="/ppt/notesMasters/notesMaster1.xml" Id="R6d858166d0f543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e459c706114075" /><Relationship Type="http://schemas.openxmlformats.org/officeDocument/2006/relationships/notesMaster" Target="/ppt/notesMasters/notesMaster1.xml" Id="R467fa55c395946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368d9fa2144b3e" /><Relationship Type="http://schemas.openxmlformats.org/officeDocument/2006/relationships/notesMaster" Target="/ppt/notesMasters/notesMaster1.xml" Id="R7442e658a3eb42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33ea1de3ae4c1d" /><Relationship Type="http://schemas.openxmlformats.org/officeDocument/2006/relationships/notesMaster" Target="/ppt/notesMasters/notesMaster1.xml" Id="R8e9f4d1a3fbc4c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6c6e0c99524f1f" /><Relationship Type="http://schemas.openxmlformats.org/officeDocument/2006/relationships/notesMaster" Target="/ppt/notesMasters/notesMaster1.xml" Id="R4f5e9d1315634d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7d8e6219504c30" /><Relationship Type="http://schemas.openxmlformats.org/officeDocument/2006/relationships/notesMaster" Target="/ppt/notesMasters/notesMaster1.xml" Id="R203562eb104942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Fotografía extraída del PDF original aportado por el usuario. Paleta verde inspirada en la referencia «Explorar Deporte». Fuente de contenido: Carta_presentacion_deportiva_profesional_v2.pdf.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Carta_presentacion_deportiva_profesional_v2.pdf, aportado por el usuario. Se conserva el alcance de la experiencia y formación descritas, sin añadir titulaciones ni resultados cuantificados.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Carta_presentacion_deportiva_profesional_v2.pdf, aportado por el usuario. Se conserva el alcance de la experiencia y formación descritas, sin añadir titulaciones ni resultados cuantificados.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Carta_presentacion_deportiva_profesional_v2.pdf, aportado por el usuario. Se conserva el alcance de la experiencia y formación descritas, sin añadir titulaciones ni resultados cuantificados.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Carta_presentacion_deportiva_profesional_v2.pdf, aportado por el usuario. Se conserva el alcance de la experiencia y formación descritas, sin añadir titulaciones ni resultados cuantificados.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Carta_presentacion_deportiva_profesional_v2.pdf, aportado por el usuario. Se conserva el alcance de la experiencia y formación descritas, sin añadir titulaciones ni resultados cuantificados.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ed8ecf7574e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5e209fa1ae4e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be8d8e6b9f4e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e42aeab9143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9f5d9b3f9b432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786d2acb549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B86D34-8D40-4463-8D40-610DF94414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AC10FC5-DB05-4855-A923-4398753A6CC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26C75A7-9801-4825-9704-3FF493541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29C540-3001-40E1-9B3C-4C6789322A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44B6D9-D75F-41BA-9E1D-D5F94040F0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2E0EA3C-E58C-4F4D-AC7A-DCCC21E4D8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56614C-2F6D-4D79-B0F0-D195A9D5C9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FE53AA-DAEC-4CDC-A0F0-27C48637FA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43FF3B-FDF3-48E9-92C5-140BB6156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C3955A-2E5C-41F1-B94C-726ABADF46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1572891bbc465e" /><Relationship Type="http://schemas.openxmlformats.org/officeDocument/2006/relationships/slideLayout" Target="/ppt/slideLayouts/slideLayout1.xml" Id="Rc7bede88bc284381" /><Relationship Type="http://schemas.openxmlformats.org/officeDocument/2006/relationships/slideLayout" Target="/ppt/slideLayouts/slideLayout2.xml" Id="R942517a0dff44607" /><Relationship Type="http://schemas.openxmlformats.org/officeDocument/2006/relationships/slideLayout" Target="/ppt/slideLayouts/slideLayout3.xml" Id="R2ba4cc0ad45b42a4" /><Relationship Type="http://schemas.openxmlformats.org/officeDocument/2006/relationships/slideLayout" Target="/ppt/slideLayouts/slideLayout4.xml" Id="Rb2e4fa77182846ff" /><Relationship Type="http://schemas.openxmlformats.org/officeDocument/2006/relationships/slideLayout" Target="/ppt/slideLayouts/slideLayout5.xml" Id="R9c514eb08ca74f74" /><Relationship Type="http://schemas.openxmlformats.org/officeDocument/2006/relationships/slideLayout" Target="/ppt/slideLayouts/slideLayout6.xml" Id="R8f24c5aa06704a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bede88bc284381"/>
    <p:sldLayoutId xmlns:r="http://schemas.openxmlformats.org/officeDocument/2006/relationships" id="2147483650" r:id="R942517a0dff44607"/>
    <p:sldLayoutId xmlns:r="http://schemas.openxmlformats.org/officeDocument/2006/relationships" id="2147483651" r:id="R2ba4cc0ad45b42a4"/>
    <p:sldLayoutId xmlns:r="http://schemas.openxmlformats.org/officeDocument/2006/relationships" id="2147483652" r:id="Rb2e4fa77182846ff"/>
    <p:sldLayoutId xmlns:r="http://schemas.openxmlformats.org/officeDocument/2006/relationships" id="2147483653" r:id="R9c514eb08ca74f74"/>
    <p:sldLayoutId xmlns:r="http://schemas.openxmlformats.org/officeDocument/2006/relationships" id="2147483654" r:id="R8f24c5aa06704a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6eb37d4e874b46" /><Relationship Type="http://schemas.openxmlformats.org/officeDocument/2006/relationships/image" Target="/ppt/media/image.png" Id="R9812459ddc1d4ba3" /><Relationship Type="http://schemas.openxmlformats.org/officeDocument/2006/relationships/notesSlide" Target="/ppt/notesSlides/notesSlide1.xml" Id="R14d24896f53441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373b3d3d5d44d4" /><Relationship Type="http://schemas.openxmlformats.org/officeDocument/2006/relationships/notesSlide" Target="/ppt/notesSlides/notesSlide2.xml" Id="R48121f47401d45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aaaa38f1494316" /><Relationship Type="http://schemas.openxmlformats.org/officeDocument/2006/relationships/notesSlide" Target="/ppt/notesSlides/notesSlide3.xml" Id="R957bd7ec3e2e49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f31e29f0cc462d" /><Relationship Type="http://schemas.openxmlformats.org/officeDocument/2006/relationships/notesSlide" Target="/ppt/notesSlides/notesSlide4.xml" Id="Rf5a02b0e6c594e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6b5e57ffa2441b" /><Relationship Type="http://schemas.openxmlformats.org/officeDocument/2006/relationships/notesSlide" Target="/ppt/notesSlides/notesSlide5.xml" Id="R90741e1fe03741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31181de1f841d2" /><Relationship Type="http://schemas.openxmlformats.org/officeDocument/2006/relationships/notesSlide" Target="/ppt/notesSlides/notesSlide6.xml" Id="R042feb527fe44b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4D6A5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982B7-A5DE-40A0-92C9-15BD14EC24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2459ddc1d4ba3"/>
          <a:stretch xmlns:a="http://schemas.openxmlformats.org/drawingml/2006/main"/>
        </p:blipFill>
        <p:spPr>
          <a:xfrm xmlns:a="http://schemas.openxmlformats.org/drawingml/2006/main">
            <a:off x="6810375" y="571500"/>
            <a:ext cx="4572000" cy="5715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9F0D1-9959-4207-884D-83175B00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SPORTS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DBB97-681F-4C04-AF0C-BDEEC4E9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810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Ramón Alberto</a:t>
            </a:r>
          </a:p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Curbalán Vega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502FD-CFE2-4FB9-9816-E10EACEE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5715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Training, health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physical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262D0-10A3-4881-9022-BB0671C8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More than five years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 industry experience</a:t>
            </a:r>
          </a:p>
        </p:txBody>
      </p:sp>
    </p:spTree>
    <p:extLst>
      <p:ext uri="{BB962C8B-B14F-4D97-AF65-F5344CB8AC3E}">
        <p14:creationId xmlns:p14="http://schemas.microsoft.com/office/powerpoint/2010/main" val="20339156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3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314AE-E6CD-43D6-82DE-2C62A199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13C31"/>
                </a:solidFill>
                <a:latin typeface="Arial"/>
                <a:ea typeface="Arial"/>
                <a:cs typeface="Arial"/>
              </a:rPr>
              <a:t>Professional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453CA-A7E4-4AD0-80D8-66DFA5D0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DA917-1684-4820-B3FC-34BA032C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15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An integrated approach to sport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33DD9A-D27F-4B71-9475-3CED464D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00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I have more than five years of experience in physical conditioning, group classes, personal training and lifeguarding.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3D251-A0D8-4E1D-ACCC-748E2F48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10001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My profile combines training and safety with knowledge of nutrition, sports psychology and sports facility management.</a:t>
            </a:r>
          </a:p>
        </p:txBody>
      </p:sp>
    </p:spTree>
    <p:extLst>
      <p:ext uri="{BB962C8B-B14F-4D97-AF65-F5344CB8AC3E}">
        <p14:creationId xmlns:p14="http://schemas.microsoft.com/office/powerpoint/2010/main" val="17156976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3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096468-12DF-4E1C-9ECE-5099A867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13C31"/>
                </a:solidFill>
                <a:latin typeface="Arial"/>
                <a:ea typeface="Arial"/>
                <a:cs typeface="Arial"/>
              </a:rPr>
              <a:t>Experience in group classes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05BC6D-DC9C-4205-8293-C8E1D4F3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367FD-C232-4E79-8B63-FD5DC7D9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Planning and leading sessions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93F79-680E-42A9-9B68-546E9FCD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Body and movement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71EAC-E20D-4301-B07A-8729594A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09875"/>
            <a:ext cx="581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Pilates, yoga and tai chi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9C3EA-38B2-4B37-B9E1-4A06C250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Physical conditioning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61F24-19E6-4773-90D0-80CCFFD8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14750"/>
            <a:ext cx="581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Functional training and cycling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FF0FF1-43D1-4F8D-B8E1-521EDE1E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Aquatic activities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96A66-027E-476B-85DD-23B28292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19625"/>
            <a:ext cx="581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Water-based activities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0390F-9871-4665-9836-0AC8A1D5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Sessions for people of different ages and abilities</a:t>
            </a:r>
          </a:p>
        </p:txBody>
      </p:sp>
    </p:spTree>
    <p:extLst>
      <p:ext uri="{BB962C8B-B14F-4D97-AF65-F5344CB8AC3E}">
        <p14:creationId xmlns:p14="http://schemas.microsoft.com/office/powerpoint/2010/main" val="8479724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3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1228C6-273E-4B61-88CF-5F289AE6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13C31"/>
                </a:solidFill>
                <a:latin typeface="Arial"/>
                <a:ea typeface="Arial"/>
                <a:cs typeface="Arial"/>
              </a:rPr>
              <a:t>Approach to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84F37-3A6D-471E-AF97-1EF40D13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40C1C-E2D8-43D9-BCFB-96F98CF1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Safety and prevention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E6568-27A1-49C1-97EB-D4A11EBA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6429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Safe interventions that consider each person’s 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423F5-ED76-4E00-BA18-90B84EEA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Adaptation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DA360-C05E-4419-95BF-72D58055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00350"/>
            <a:ext cx="6429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Inclusive activities tailored to each individual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9211B-C72B-4C6E-9E86-DEC57EFF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Motivation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3C6ADD-3C6D-45C5-B397-B2659DAD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790950"/>
            <a:ext cx="6429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Clear communication and 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1CC231-41A8-4A01-A970-E9807AE8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Follow-up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FDEF3-8047-4F23-BC21-D3041D4B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781550"/>
            <a:ext cx="6429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Monitoring progress and service quality</a:t>
            </a:r>
          </a:p>
        </p:txBody>
      </p:sp>
    </p:spTree>
    <p:extLst>
      <p:ext uri="{BB962C8B-B14F-4D97-AF65-F5344CB8AC3E}">
        <p14:creationId xmlns:p14="http://schemas.microsoft.com/office/powerpoint/2010/main" val="14814597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3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76C75-BDB3-4F65-ABEC-4226165B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13C31"/>
                </a:solidFill>
                <a:latin typeface="Arial"/>
                <a:ea typeface="Arial"/>
                <a:cs typeface="Arial"/>
              </a:rPr>
              <a:t>Training and skills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83D403-826F-49BC-84A8-B5E56EAC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AC2E11-155A-4005-A324-403113DE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Training and physical activity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D99A8-E03E-46AE-ABA0-B7C20CCB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Functional training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Adapted physical activity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C6544-B70D-40E5-8F9E-FF64000F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Safety, wellbeing and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4202D-850F-4971-9AEE-2CFB9B4B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First aid and lifeguarding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Nutrition and dietetics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Sports psychology and sports management</a:t>
            </a:r>
          </a:p>
        </p:txBody>
      </p:sp>
    </p:spTree>
    <p:extLst>
      <p:ext uri="{BB962C8B-B14F-4D97-AF65-F5344CB8AC3E}">
        <p14:creationId xmlns:p14="http://schemas.microsoft.com/office/powerpoint/2010/main" val="4199656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3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14B67-16FC-4E51-9596-68EAC903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13C31"/>
                </a:solidFill>
                <a:latin typeface="Arial"/>
                <a:ea typeface="Arial"/>
                <a:cs typeface="Arial"/>
              </a:rPr>
              <a:t>Professional objective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65A5B-DCD0-4247-9A78-EF060055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EB0A8-3D0D-4463-B356-FB7C4F82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038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15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Effective and inclusive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4D6A5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D6A58"/>
                </a:solidFill>
                <a:latin typeface="Arial"/>
                <a:ea typeface="Arial"/>
                <a:cs typeface="Arial"/>
              </a:rPr>
              <a:t>sports programmes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43FD5-50B7-47E6-8B73-920686C7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10001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213C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C31"/>
                </a:solidFill>
                <a:latin typeface="Arial"/>
                <a:ea typeface="Arial"/>
                <a:cs typeface="Arial"/>
              </a:rPr>
              <a:t>I aim to support sustainable programmes through technical knowledge and a commitment to service.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7B59D-2004-4767-AD56-23137754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33975"/>
            <a:ext cx="1000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55645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5645B"/>
                </a:solidFill>
                <a:latin typeface="Arial"/>
                <a:ea typeface="Arial"/>
                <a:cs typeface="Arial"/>
              </a:rPr>
              <a:t>My professional focus is on health, wellbeing and improved physical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19108649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2026-10-11T15:51:11.4220000Z</dcterms:created>
  <dcterms:modified xsi:type="dcterms:W3CDTF">2026-10-11T15:51:11.4220000Z</dcterms:modified>
</coreProperties>
</file>