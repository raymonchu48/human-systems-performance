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fde43489a74d68" /><Relationship Type="http://schemas.openxmlformats.org/officeDocument/2006/relationships/extended-properties" Target="/docProps/app.xml" Id="Rcae3ecc797a445fd" /><Relationship Type="http://schemas.openxmlformats.org/officeDocument/2006/relationships/officeDocument" Target="/ppt/presentation.xml" Id="R45778d28cc33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016d76a4741ec"/>
  </p:sldMasterIdLst>
  <p:notesMasterIdLst>
    <p:notesMasterId xmlns:r="http://schemas.openxmlformats.org/officeDocument/2006/relationships" r:id="Rd2b6399c5b79416b"/>
  </p:notesMasterIdLst>
  <p:sldIdLst>
    <p:sldId xmlns:r="http://schemas.openxmlformats.org/officeDocument/2006/relationships" id="256" r:id="R3370fed994314983"/>
    <p:sldId xmlns:r="http://schemas.openxmlformats.org/officeDocument/2006/relationships" id="257" r:id="R1a0c677e31d8448a"/>
    <p:sldId xmlns:r="http://schemas.openxmlformats.org/officeDocument/2006/relationships" id="258" r:id="Re23fd22363a7487a"/>
    <p:sldId xmlns:r="http://schemas.openxmlformats.org/officeDocument/2006/relationships" id="259" r:id="Red4f88e1444a4cbf"/>
    <p:sldId xmlns:r="http://schemas.openxmlformats.org/officeDocument/2006/relationships" id="260" r:id="R2335ce90ba4c4a88"/>
    <p:sldId xmlns:r="http://schemas.openxmlformats.org/officeDocument/2006/relationships" id="261" r:id="Rf84f670c974f4e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c22fbc48444efd" /><Relationship Type="http://schemas.openxmlformats.org/officeDocument/2006/relationships/slideMaster" Target="/ppt/slideMasters/slideMaster1.xml" Id="R6af016d76a4741ec" /><Relationship Type="http://schemas.openxmlformats.org/officeDocument/2006/relationships/notesMaster" Target="/ppt/notesMasters/notesMaster1.xml" Id="Rd2b6399c5b79416b" /><Relationship Type="http://schemas.openxmlformats.org/officeDocument/2006/relationships/presProps" Target="/ppt/presProps.xml" Id="Rbe83ec9d46da4743" /><Relationship Type="http://schemas.openxmlformats.org/officeDocument/2006/relationships/tableStyles" Target="/ppt/tableStyles.xml" Id="R80a7f27b9b1f4725" /><Relationship Type="http://schemas.openxmlformats.org/officeDocument/2006/relationships/slide" Target="/ppt/slides/slide1.xml" Id="R3370fed994314983" /><Relationship Type="http://schemas.openxmlformats.org/officeDocument/2006/relationships/slide" Target="/ppt/slides/slide2.xml" Id="R1a0c677e31d8448a" /><Relationship Type="http://schemas.openxmlformats.org/officeDocument/2006/relationships/slide" Target="/ppt/slides/slide3.xml" Id="Re23fd22363a7487a" /><Relationship Type="http://schemas.openxmlformats.org/officeDocument/2006/relationships/slide" Target="/ppt/slides/slide4.xml" Id="Red4f88e1444a4cbf" /><Relationship Type="http://schemas.openxmlformats.org/officeDocument/2006/relationships/slide" Target="/ppt/slides/slide5.xml" Id="R2335ce90ba4c4a88" /><Relationship Type="http://schemas.openxmlformats.org/officeDocument/2006/relationships/slide" Target="/ppt/slides/slide6.xml" Id="Rf84f670c974f4e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62d367e6644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794c72a00543d7" /><Relationship Type="http://schemas.openxmlformats.org/officeDocument/2006/relationships/notesMaster" Target="/ppt/notesMasters/notesMaster1.xml" Id="R6bdf9532caef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b9fa9b2e71416d" /><Relationship Type="http://schemas.openxmlformats.org/officeDocument/2006/relationships/notesMaster" Target="/ppt/notesMasters/notesMaster1.xml" Id="Rdd382831def840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ba89d51a34420b" /><Relationship Type="http://schemas.openxmlformats.org/officeDocument/2006/relationships/notesMaster" Target="/ppt/notesMasters/notesMaster1.xml" Id="Re094a946692e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7e4bb9a7d47ab" /><Relationship Type="http://schemas.openxmlformats.org/officeDocument/2006/relationships/notesMaster" Target="/ppt/notesMasters/notesMaster1.xml" Id="R01b512bf896147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aa79f1181a479e" /><Relationship Type="http://schemas.openxmlformats.org/officeDocument/2006/relationships/notesMaster" Target="/ppt/notesMasters/notesMaster1.xml" Id="Rbef5a093ff7d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01136f36614cf7" /><Relationship Type="http://schemas.openxmlformats.org/officeDocument/2006/relationships/notesMaster" Target="/ppt/notesMasters/notesMaster1.xml" Id="R501df722a371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 edition of the supplied professional profile. The original Spanish file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8564a6bc145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e4c7f4b524b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d8f013e3b46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93b69eaf449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c07edc35c44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80fd2929a44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AAF956-5AA5-48AD-B95B-612C9BE9B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899636-41B5-4426-876C-B8B0B4AED0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964FFB-8A70-4C8C-95F5-A7B647AB3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FE71C8-39D2-4BEA-B405-9C400D436A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9CE487-755F-478A-A65E-D056F4BEC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59B46C-B0AE-498B-A715-2BF4D3BFD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28E435-162E-432A-B7DC-05BE2B5845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D0C42A-1840-4C6F-BDD5-3F1DE66110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0A6497-44DF-49EF-9FD4-9FCD9BA76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3E35DD-307D-4CCE-8B55-E964D147B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3a47c1c8164fba" /><Relationship Type="http://schemas.openxmlformats.org/officeDocument/2006/relationships/slideLayout" Target="/ppt/slideLayouts/slideLayout1.xml" Id="R5d54897effdf4076" /><Relationship Type="http://schemas.openxmlformats.org/officeDocument/2006/relationships/slideLayout" Target="/ppt/slideLayouts/slideLayout2.xml" Id="R169b81bdc2594c96" /><Relationship Type="http://schemas.openxmlformats.org/officeDocument/2006/relationships/slideLayout" Target="/ppt/slideLayouts/slideLayout3.xml" Id="R67ec20bf5cb84966" /><Relationship Type="http://schemas.openxmlformats.org/officeDocument/2006/relationships/slideLayout" Target="/ppt/slideLayouts/slideLayout4.xml" Id="Rf3fa578475f54607" /><Relationship Type="http://schemas.openxmlformats.org/officeDocument/2006/relationships/slideLayout" Target="/ppt/slideLayouts/slideLayout5.xml" Id="Rb56bc96cc9a541ae" /><Relationship Type="http://schemas.openxmlformats.org/officeDocument/2006/relationships/slideLayout" Target="/ppt/slideLayouts/slideLayout6.xml" Id="Rb2672c40a520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4897effdf4076"/>
    <p:sldLayoutId xmlns:r="http://schemas.openxmlformats.org/officeDocument/2006/relationships" id="2147483650" r:id="R169b81bdc2594c96"/>
    <p:sldLayoutId xmlns:r="http://schemas.openxmlformats.org/officeDocument/2006/relationships" id="2147483651" r:id="R67ec20bf5cb84966"/>
    <p:sldLayoutId xmlns:r="http://schemas.openxmlformats.org/officeDocument/2006/relationships" id="2147483652" r:id="Rf3fa578475f54607"/>
    <p:sldLayoutId xmlns:r="http://schemas.openxmlformats.org/officeDocument/2006/relationships" id="2147483653" r:id="Rb56bc96cc9a541ae"/>
    <p:sldLayoutId xmlns:r="http://schemas.openxmlformats.org/officeDocument/2006/relationships" id="2147483654" r:id="Rb2672c40a520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ba52bb12f400d" /><Relationship Type="http://schemas.openxmlformats.org/officeDocument/2006/relationships/image" Target="/ppt/media/image.png" Id="R155eddb496c747a5" /><Relationship Type="http://schemas.openxmlformats.org/officeDocument/2006/relationships/notesSlide" Target="/ppt/notesSlides/notesSlide1.xml" Id="Rd76f19011c5646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9e53b78754c04" /><Relationship Type="http://schemas.openxmlformats.org/officeDocument/2006/relationships/notesSlide" Target="/ppt/notesSlides/notesSlide2.xml" Id="Rfb726903eaad48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5b6756dd14474" /><Relationship Type="http://schemas.openxmlformats.org/officeDocument/2006/relationships/notesSlide" Target="/ppt/notesSlides/notesSlide3.xml" Id="R073a280ca7e142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d7403ecb846d1" /><Relationship Type="http://schemas.openxmlformats.org/officeDocument/2006/relationships/notesSlide" Target="/ppt/notesSlides/notesSlide4.xml" Id="R552a9a60209440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12d07f56e4916" /><Relationship Type="http://schemas.openxmlformats.org/officeDocument/2006/relationships/notesSlide" Target="/ppt/notesSlides/notesSlide5.xml" Id="R07df873c51f142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fc26543d04fc2" /><Relationship Type="http://schemas.openxmlformats.org/officeDocument/2006/relationships/notesSlide" Target="/ppt/notesSlides/notesSlide6.xml" Id="R38ab500aa4a0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6A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50411-4F5C-44E0-A2F9-56B896B28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eddb496c747a5"/>
          <a:stretch xmlns:a="http://schemas.openxmlformats.org/drawingml/2006/main"/>
        </p:blipFill>
        <p:spPr>
          <a:xfrm xmlns:a="http://schemas.openxmlformats.org/drawingml/2006/main">
            <a:off x="6777038" y="619125"/>
            <a:ext cx="4495800" cy="5619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E32E5-C07C-414E-86D3-B08D9792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SPORTS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B6B76-5A80-47D3-AC61-1984CBE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Ramón Alberto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Curbalán Vega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29A59-49A8-4CAC-B793-00D9A6E0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Training, health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physical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ED10D-6BAD-4A8D-B8E3-62F6A2B6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than five years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 industry experience</a:t>
            </a:r>
          </a:p>
        </p:txBody>
      </p:sp>
    </p:spTree>
    <p:extLst>
      <p:ext uri="{BB962C8B-B14F-4D97-AF65-F5344CB8AC3E}">
        <p14:creationId xmlns:p14="http://schemas.microsoft.com/office/powerpoint/2010/main" val="934277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1FDD6-7BD5-404B-A2A5-3B18ED3E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Professional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608B7-C439-4AE8-961A-6CC14C0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BF3F0-CD8D-4C3D-96AB-A31988F4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An integrated approach to sport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A4090-A495-4A97-8163-0F7A21A5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I have more than five years of experience in physical conditioning, group classes, personal training and lifeguarding.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96E4B-9C13-4BEC-848E-74395C44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My profile combines training and safety with knowledge of nutrition, sports psychology and sports facility management.</a:t>
            </a:r>
          </a:p>
        </p:txBody>
      </p:sp>
    </p:spTree>
    <p:extLst>
      <p:ext uri="{BB962C8B-B14F-4D97-AF65-F5344CB8AC3E}">
        <p14:creationId xmlns:p14="http://schemas.microsoft.com/office/powerpoint/2010/main" val="1000020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6B01B-D9DB-4375-8A18-81C4454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Experience in group classes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9A356-4741-46BF-AFFD-281713C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31101-0608-4617-AA1A-F10FC6C0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Planning and leading sessions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A0A44-CF50-4F7C-8BD7-E1EE04C8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Body and movement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E6C1C-7247-4122-8906-15AA62AF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Pilates, yoga and tai chi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33575-DD25-431A-881B-28C737DE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Physical conditioning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99ED3-3D31-4194-ACF1-45470EA3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Functional training and cycling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D3CA4-8413-4B6E-8DCF-7D263CF8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Aquatic activities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E75E7-56D5-46D9-A0AF-E8114475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1487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Water-based activities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8F011-3E8F-40E2-A7E4-516C9BA9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Sessions for people of different ages and abilities</a:t>
            </a:r>
          </a:p>
        </p:txBody>
      </p:sp>
    </p:spTree>
    <p:extLst>
      <p:ext uri="{BB962C8B-B14F-4D97-AF65-F5344CB8AC3E}">
        <p14:creationId xmlns:p14="http://schemas.microsoft.com/office/powerpoint/2010/main" val="2107644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35B2F-90C0-4800-91A4-972BC523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Approach to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648C-3181-4BF3-9916-9418762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5F8A5-4FED-400F-AB00-F16C0EBA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Safety and prevention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1DFB4-BA7C-4D55-A4AC-50377D5B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Safe interventions that consider each person’s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DC436-4593-4BB9-A37C-0963EA25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Adaptation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71E62-8097-48A5-B79E-8565357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Inclusive activities tailored to each individual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8BD7D-09B7-4972-9B5F-7C7B9A54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E711A-0E47-4CF6-A129-A1B77E2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Clear communication and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DBECB-5670-4E48-8674-0F836C91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E6597-0C26-4131-B090-4CCC7DD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Monitoring progress and service quality</a:t>
            </a:r>
          </a:p>
        </p:txBody>
      </p:sp>
    </p:spTree>
    <p:extLst>
      <p:ext uri="{BB962C8B-B14F-4D97-AF65-F5344CB8AC3E}">
        <p14:creationId xmlns:p14="http://schemas.microsoft.com/office/powerpoint/2010/main" val="911288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60482-4DFE-4640-A359-1437D577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Training and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81443-2478-4E9A-A964-16AD456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4F1F5-92F9-4605-85C0-4F0D7A1F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Training and physical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B1015-FAF9-4BC7-87DA-1C55325B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Functional training</a:t>
            </a:r>
          </a:p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Adapted physical 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09FF3-2A9C-4171-95A6-F978136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Safety, wellbeing and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2ABE5-A27F-4AF8-AB33-FEA6CC3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First aid and lifeguarding</a:t>
            </a:r>
          </a:p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Nutrition and dietetics</a:t>
            </a:r>
          </a:p>
          <a:p xmlns:a="http://schemas.openxmlformats.org/drawingml/2006/main">
            <a:pPr>
              <a:defRPr sz="202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Sports psychology and sports management</a:t>
            </a:r>
          </a:p>
        </p:txBody>
      </p:sp>
    </p:spTree>
    <p:extLst>
      <p:ext uri="{BB962C8B-B14F-4D97-AF65-F5344CB8AC3E}">
        <p14:creationId xmlns:p14="http://schemas.microsoft.com/office/powerpoint/2010/main" val="216352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6705A-5038-4F7F-BAA6-28A1F977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Professional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31FA7-A925-4D09-8922-8FC9C679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5C02C-F9E7-4699-B656-198884F3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Effective and inclusive</a:t>
            </a:r>
          </a:p>
          <a:p xmlns:a="http://schemas.openxmlformats.org/drawingml/2006/main">
            <a:pPr>
              <a:defRPr sz="28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sports programmes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752FD-80B8-4FCD-B718-4DAF3169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I aim to support sustainable programmes through technical knowledge and a commitment to service.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1D13D-DB1E-46C2-9C91-DD26668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My professional focus is on health, wellbeing and improved physical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08901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2026-10-11T12:46:39.5410000Z</dcterms:created>
  <dcterms:modified xsi:type="dcterms:W3CDTF">2026-10-11T12:46:39.5410000Z</dcterms:modified>
</coreProperties>
</file>